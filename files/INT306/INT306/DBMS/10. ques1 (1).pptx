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64" r:id="rId6"/>
    <p:sldId id="259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023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39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221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71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391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43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17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1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45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973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26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D8E13-420B-4658-8C39-679CCBF049EA}" type="datetimeFigureOut">
              <a:rPr lang="en-IN" smtClean="0"/>
              <a:t>27-09-2022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C8ED8-2324-4036-8E8B-80D985201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32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92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299" t="24448" r="33911" b="39706"/>
          <a:stretch/>
        </p:blipFill>
        <p:spPr>
          <a:xfrm>
            <a:off x="389965" y="1559858"/>
            <a:ext cx="5177118" cy="38996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884" t="21507" r="47347" b="41544"/>
          <a:stretch/>
        </p:blipFill>
        <p:spPr>
          <a:xfrm>
            <a:off x="8189260" y="1479176"/>
            <a:ext cx="3482788" cy="381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781" t="25000" r="57786" b="38419"/>
          <a:stretch/>
        </p:blipFill>
        <p:spPr>
          <a:xfrm>
            <a:off x="457200" y="1573306"/>
            <a:ext cx="4141694" cy="26759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780" t="17279" r="56133" b="46324"/>
          <a:stretch/>
        </p:blipFill>
        <p:spPr>
          <a:xfrm>
            <a:off x="6024282" y="1573306"/>
            <a:ext cx="4316505" cy="266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502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5988" t="22610" r="53341" b="39706"/>
          <a:stretch/>
        </p:blipFill>
        <p:spPr>
          <a:xfrm>
            <a:off x="712693" y="1506071"/>
            <a:ext cx="3765177" cy="35903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5886" t="23896" r="44970" b="39523"/>
          <a:stretch/>
        </p:blipFill>
        <p:spPr>
          <a:xfrm>
            <a:off x="6656295" y="1506070"/>
            <a:ext cx="3792071" cy="349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1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298" t="15441" r="52722" b="46875"/>
          <a:stretch/>
        </p:blipFill>
        <p:spPr>
          <a:xfrm>
            <a:off x="3012141" y="900953"/>
            <a:ext cx="5580530" cy="477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42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8787" y="1161401"/>
            <a:ext cx="9175377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  <a:t>1.   Select the detail of the employee whose name start with P.</a:t>
            </a:r>
          </a:p>
          <a:p>
            <a:r>
              <a:rPr lang="en-IN" dirty="0"/>
              <a:t>2.   How many permanent candidate take salary more than 5000.</a:t>
            </a:r>
          </a:p>
          <a:p>
            <a:r>
              <a:rPr lang="en-IN" dirty="0"/>
              <a:t>3.   Select the detail of employee whose </a:t>
            </a:r>
            <a:r>
              <a:rPr lang="en-IN" dirty="0" err="1"/>
              <a:t>emailId</a:t>
            </a:r>
            <a:r>
              <a:rPr lang="en-IN" dirty="0"/>
              <a:t> is in </a:t>
            </a:r>
            <a:r>
              <a:rPr lang="en-IN" dirty="0" err="1"/>
              <a:t>gmail</a:t>
            </a:r>
            <a:r>
              <a:rPr lang="en-IN" dirty="0"/>
              <a:t>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4.   Select the details of the employee who work either for department E-104 or E-102.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5.   What is the department name for </a:t>
            </a:r>
            <a:r>
              <a:rPr lang="en-IN" dirty="0" err="1"/>
              <a:t>DeptID</a:t>
            </a:r>
            <a:r>
              <a:rPr lang="en-IN" dirty="0"/>
              <a:t> E-102?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6.  What is total </a:t>
            </a:r>
            <a:r>
              <a:rPr lang="en-IN" dirty="0" err="1"/>
              <a:t>salarythat</a:t>
            </a:r>
            <a:r>
              <a:rPr lang="en-IN" dirty="0"/>
              <a:t> is paid to permanent employees?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7.  List name of all employees whose name ends with a.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8.  List the number of department of employees in each project</a:t>
            </a:r>
            <a:r>
              <a:rPr lang="en-IN" dirty="0" smtClean="0"/>
              <a:t>.</a:t>
            </a:r>
          </a:p>
          <a:p>
            <a:r>
              <a:rPr lang="en-IN" dirty="0"/>
              <a:t>9.  How many project started in year 2010.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10.  How many project started and finished in the same year.</a:t>
            </a:r>
          </a:p>
          <a:p>
            <a:r>
              <a:rPr lang="en-IN" dirty="0"/>
              <a:t/>
            </a:r>
            <a:br>
              <a:rPr lang="en-IN" dirty="0"/>
            </a:br>
            <a:r>
              <a:rPr lang="en-IN" dirty="0"/>
              <a:t>11.  select the name of the employee whose name's 3rd </a:t>
            </a:r>
            <a:r>
              <a:rPr lang="en-IN" dirty="0" err="1"/>
              <a:t>charactor</a:t>
            </a:r>
            <a:r>
              <a:rPr lang="en-IN" dirty="0"/>
              <a:t> is 'h'.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r>
              <a:rPr lang="en-IN" dirty="0"/>
              <a:t/>
            </a:r>
            <a:br>
              <a:rPr lang="en-IN" dirty="0"/>
            </a:br>
            <a:endParaRPr lang="en-IN" b="0" i="0" dirty="0" smtClean="0">
              <a:solidFill>
                <a:srgbClr val="222222"/>
              </a:solidFill>
              <a:effectLst/>
              <a:latin typeface="system-ui"/>
            </a:endParaRPr>
          </a:p>
          <a:p>
            <a: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  <a:t/>
            </a:r>
            <a:b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612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474345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  <a:t>1.   Select the department name of the company which is assigned to the employee whose employee id is greater 103.</a:t>
            </a:r>
          </a:p>
          <a:p>
            <a: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  <a:t/>
            </a:r>
            <a:br>
              <a:rPr lang="en-IN" b="0" i="0" dirty="0" smtClean="0">
                <a:solidFill>
                  <a:srgbClr val="222222"/>
                </a:solidFill>
                <a:effectLst/>
                <a:latin typeface="system-ui"/>
              </a:rPr>
            </a:br>
            <a:r>
              <a:rPr lang="en-IN" dirty="0" smtClean="0"/>
              <a:t>2.   Select the name of the employee who is working under Abhishek.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3.   Select the name of the employee who is department head of HR.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4.   Select the name of the employee head who is permanent.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5.   Select the name and email of the </a:t>
            </a:r>
            <a:r>
              <a:rPr lang="en-IN" dirty="0" err="1" smtClean="0"/>
              <a:t>Dept</a:t>
            </a:r>
            <a:r>
              <a:rPr lang="en-IN" dirty="0" smtClean="0"/>
              <a:t> Head who is not Permanent.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6.   Select the employee whose department off is Monday</a:t>
            </a:r>
          </a:p>
          <a:p>
            <a:endParaRPr lang="en-IN" dirty="0" smtClean="0"/>
          </a:p>
          <a:p>
            <a:r>
              <a:rPr lang="en-IN" dirty="0" smtClean="0"/>
              <a:t>7.   select the </a:t>
            </a:r>
            <a:r>
              <a:rPr lang="en-IN" dirty="0" err="1" smtClean="0"/>
              <a:t>indian</a:t>
            </a:r>
            <a:r>
              <a:rPr lang="en-IN" dirty="0" smtClean="0"/>
              <a:t> </a:t>
            </a:r>
            <a:r>
              <a:rPr lang="en-IN" dirty="0" err="1" smtClean="0"/>
              <a:t>clinets</a:t>
            </a:r>
            <a:r>
              <a:rPr lang="en-IN" dirty="0" smtClean="0"/>
              <a:t> details.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8.   select the details of all employee working in development department.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428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2170</TotalTime>
  <Words>4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madhuri.23525@lpu.co.in</dc:creator>
  <cp:lastModifiedBy>madhuri.23525@lpu.co.in</cp:lastModifiedBy>
  <cp:revision>6</cp:revision>
  <dcterms:created xsi:type="dcterms:W3CDTF">2022-09-28T05:14:57Z</dcterms:created>
  <dcterms:modified xsi:type="dcterms:W3CDTF">2022-09-29T17:25:41Z</dcterms:modified>
</cp:coreProperties>
</file>