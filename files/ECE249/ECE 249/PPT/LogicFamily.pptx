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68343" y="1412874"/>
            <a:ext cx="1607312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67785" y="462788"/>
            <a:ext cx="2408428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6165" y="1610308"/>
            <a:ext cx="8011668" cy="2599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1739" y="2482342"/>
            <a:ext cx="31775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5" dirty="0"/>
              <a:t>Log</a:t>
            </a:r>
            <a:r>
              <a:rPr spc="-285" dirty="0"/>
              <a:t>i</a:t>
            </a:r>
            <a:r>
              <a:rPr dirty="0"/>
              <a:t>c</a:t>
            </a:r>
            <a:r>
              <a:rPr spc="-600" dirty="0"/>
              <a:t> </a:t>
            </a:r>
            <a:r>
              <a:rPr spc="-229" dirty="0"/>
              <a:t>Fa</a:t>
            </a:r>
            <a:r>
              <a:rPr spc="-225" dirty="0"/>
              <a:t>mili</a:t>
            </a:r>
            <a:r>
              <a:rPr spc="-229" dirty="0"/>
              <a:t>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0732" y="161290"/>
            <a:ext cx="78657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10" dirty="0">
                <a:latin typeface="Trebuchet MS"/>
                <a:cs typeface="Trebuchet MS"/>
              </a:rPr>
              <a:t>B</a:t>
            </a:r>
            <a:r>
              <a:rPr sz="4000" b="1" spc="-215" dirty="0">
                <a:latin typeface="Trebuchet MS"/>
                <a:cs typeface="Trebuchet MS"/>
              </a:rPr>
              <a:t>a</a:t>
            </a:r>
            <a:r>
              <a:rPr sz="4000" b="1" spc="-220" dirty="0">
                <a:latin typeface="Trebuchet MS"/>
                <a:cs typeface="Trebuchet MS"/>
              </a:rPr>
              <a:t>s</a:t>
            </a:r>
            <a:r>
              <a:rPr sz="4000" b="1" spc="-215" dirty="0">
                <a:latin typeface="Trebuchet MS"/>
                <a:cs typeface="Trebuchet MS"/>
              </a:rPr>
              <a:t>i</a:t>
            </a:r>
            <a:r>
              <a:rPr sz="4000" b="1" spc="-5" dirty="0">
                <a:latin typeface="Trebuchet MS"/>
                <a:cs typeface="Trebuchet MS"/>
              </a:rPr>
              <a:t>c</a:t>
            </a:r>
            <a:r>
              <a:rPr sz="4000" b="1" spc="-430" dirty="0">
                <a:latin typeface="Trebuchet MS"/>
                <a:cs typeface="Trebuchet MS"/>
              </a:rPr>
              <a:t> </a:t>
            </a:r>
            <a:r>
              <a:rPr sz="4000" b="1" spc="-240" dirty="0">
                <a:latin typeface="Trebuchet MS"/>
                <a:cs typeface="Trebuchet MS"/>
              </a:rPr>
              <a:t>C</a:t>
            </a:r>
            <a:r>
              <a:rPr sz="4000" b="1" spc="-250" dirty="0">
                <a:latin typeface="Trebuchet MS"/>
                <a:cs typeface="Trebuchet MS"/>
              </a:rPr>
              <a:t>h</a:t>
            </a:r>
            <a:r>
              <a:rPr sz="4000" b="1" spc="-254" dirty="0">
                <a:latin typeface="Trebuchet MS"/>
                <a:cs typeface="Trebuchet MS"/>
              </a:rPr>
              <a:t>a</a:t>
            </a:r>
            <a:r>
              <a:rPr sz="4000" b="1" spc="-250" dirty="0">
                <a:latin typeface="Trebuchet MS"/>
                <a:cs typeface="Trebuchet MS"/>
              </a:rPr>
              <a:t>r</a:t>
            </a:r>
            <a:r>
              <a:rPr sz="4000" b="1" spc="-254" dirty="0">
                <a:latin typeface="Trebuchet MS"/>
                <a:cs typeface="Trebuchet MS"/>
              </a:rPr>
              <a:t>ac</a:t>
            </a:r>
            <a:r>
              <a:rPr sz="4000" b="1" spc="-250" dirty="0">
                <a:latin typeface="Trebuchet MS"/>
                <a:cs typeface="Trebuchet MS"/>
              </a:rPr>
              <a:t>ter</a:t>
            </a:r>
            <a:r>
              <a:rPr sz="4000" b="1" spc="-254" dirty="0">
                <a:latin typeface="Trebuchet MS"/>
                <a:cs typeface="Trebuchet MS"/>
              </a:rPr>
              <a:t>is</a:t>
            </a:r>
            <a:r>
              <a:rPr sz="4000" b="1" spc="-250" dirty="0">
                <a:latin typeface="Trebuchet MS"/>
                <a:cs typeface="Trebuchet MS"/>
              </a:rPr>
              <a:t>t</a:t>
            </a:r>
            <a:r>
              <a:rPr sz="4000" b="1" spc="-254" dirty="0">
                <a:latin typeface="Trebuchet MS"/>
                <a:cs typeface="Trebuchet MS"/>
              </a:rPr>
              <a:t>ic</a:t>
            </a:r>
            <a:r>
              <a:rPr sz="4000" b="1" spc="-5" dirty="0">
                <a:latin typeface="Trebuchet MS"/>
                <a:cs typeface="Trebuchet MS"/>
              </a:rPr>
              <a:t>s</a:t>
            </a:r>
            <a:r>
              <a:rPr sz="4000" b="1" spc="-475" dirty="0">
                <a:latin typeface="Trebuchet MS"/>
                <a:cs typeface="Trebuchet MS"/>
              </a:rPr>
              <a:t> </a:t>
            </a:r>
            <a:r>
              <a:rPr sz="4000" b="1" spc="-180" dirty="0">
                <a:latin typeface="Trebuchet MS"/>
                <a:cs typeface="Trebuchet MS"/>
              </a:rPr>
              <a:t>o</a:t>
            </a:r>
            <a:r>
              <a:rPr sz="4000" b="1" spc="-5" dirty="0">
                <a:latin typeface="Trebuchet MS"/>
                <a:cs typeface="Trebuchet MS"/>
              </a:rPr>
              <a:t>f</a:t>
            </a:r>
            <a:r>
              <a:rPr sz="4000" b="1" spc="-345" dirty="0">
                <a:latin typeface="Trebuchet MS"/>
                <a:cs typeface="Trebuchet MS"/>
              </a:rPr>
              <a:t> </a:t>
            </a:r>
            <a:r>
              <a:rPr sz="4000" b="1" spc="-285" dirty="0">
                <a:latin typeface="Trebuchet MS"/>
                <a:cs typeface="Trebuchet MS"/>
              </a:rPr>
              <a:t>L</a:t>
            </a:r>
            <a:r>
              <a:rPr sz="4000" b="1" spc="-290" dirty="0">
                <a:latin typeface="Trebuchet MS"/>
                <a:cs typeface="Trebuchet MS"/>
              </a:rPr>
              <a:t>o</a:t>
            </a:r>
            <a:r>
              <a:rPr sz="4000" b="1" spc="-285" dirty="0">
                <a:latin typeface="Trebuchet MS"/>
                <a:cs typeface="Trebuchet MS"/>
              </a:rPr>
              <a:t>g</a:t>
            </a:r>
            <a:r>
              <a:rPr sz="4000" b="1" spc="-290" dirty="0">
                <a:latin typeface="Trebuchet MS"/>
                <a:cs typeface="Trebuchet MS"/>
              </a:rPr>
              <a:t>i</a:t>
            </a:r>
            <a:r>
              <a:rPr sz="4000" b="1" spc="-5" dirty="0">
                <a:latin typeface="Trebuchet MS"/>
                <a:cs typeface="Trebuchet MS"/>
              </a:rPr>
              <a:t>c</a:t>
            </a:r>
            <a:r>
              <a:rPr sz="4000" b="1" spc="-855" dirty="0">
                <a:latin typeface="Trebuchet MS"/>
                <a:cs typeface="Trebuchet MS"/>
              </a:rPr>
              <a:t> </a:t>
            </a:r>
            <a:r>
              <a:rPr sz="4000" b="1" spc="-250" dirty="0">
                <a:latin typeface="Trebuchet MS"/>
                <a:cs typeface="Trebuchet MS"/>
              </a:rPr>
              <a:t>F</a:t>
            </a:r>
            <a:r>
              <a:rPr sz="4000" b="1" spc="-254" dirty="0">
                <a:latin typeface="Trebuchet MS"/>
                <a:cs typeface="Trebuchet MS"/>
              </a:rPr>
              <a:t>a</a:t>
            </a:r>
            <a:r>
              <a:rPr sz="4000" b="1" spc="-250" dirty="0">
                <a:latin typeface="Trebuchet MS"/>
                <a:cs typeface="Trebuchet MS"/>
              </a:rPr>
              <a:t>m</a:t>
            </a:r>
            <a:r>
              <a:rPr sz="4000" b="1" spc="-254" dirty="0">
                <a:latin typeface="Trebuchet MS"/>
                <a:cs typeface="Trebuchet MS"/>
              </a:rPr>
              <a:t>i</a:t>
            </a:r>
            <a:r>
              <a:rPr sz="4000" b="1" spc="-250" dirty="0">
                <a:latin typeface="Trebuchet MS"/>
                <a:cs typeface="Trebuchet MS"/>
              </a:rPr>
              <a:t>l</a:t>
            </a:r>
            <a:r>
              <a:rPr sz="4000" b="1" spc="-254" dirty="0">
                <a:latin typeface="Trebuchet MS"/>
                <a:cs typeface="Trebuchet MS"/>
              </a:rPr>
              <a:t>i</a:t>
            </a:r>
            <a:r>
              <a:rPr sz="4000" b="1" spc="-250" dirty="0">
                <a:latin typeface="Trebuchet MS"/>
                <a:cs typeface="Trebuchet MS"/>
              </a:rPr>
              <a:t>e</a:t>
            </a:r>
            <a:r>
              <a:rPr sz="4000" b="1" spc="-5" dirty="0">
                <a:latin typeface="Trebuchet MS"/>
                <a:cs typeface="Trebuchet MS"/>
              </a:rPr>
              <a:t>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04" y="1610308"/>
            <a:ext cx="7009130" cy="343662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94005" marR="5080" indent="-281940">
              <a:lnSpc>
                <a:spcPts val="3810"/>
              </a:lnSpc>
              <a:spcBef>
                <a:spcPts val="254"/>
              </a:spcBef>
              <a:buChar char="•"/>
              <a:tabLst>
                <a:tab pos="294640" algn="l"/>
              </a:tabLst>
            </a:pPr>
            <a:r>
              <a:rPr sz="3200" spc="-245" dirty="0">
                <a:latin typeface="Arial MT"/>
                <a:cs typeface="Arial MT"/>
              </a:rPr>
              <a:t>T</a:t>
            </a:r>
            <a:r>
              <a:rPr sz="3200" spc="-250" dirty="0">
                <a:latin typeface="Arial MT"/>
                <a:cs typeface="Arial MT"/>
              </a:rPr>
              <a:t>h</a:t>
            </a:r>
            <a:r>
              <a:rPr sz="3200" dirty="0">
                <a:latin typeface="Arial MT"/>
                <a:cs typeface="Arial MT"/>
              </a:rPr>
              <a:t>e</a:t>
            </a:r>
            <a:r>
              <a:rPr sz="3200" spc="-475" dirty="0">
                <a:latin typeface="Arial MT"/>
                <a:cs typeface="Arial MT"/>
              </a:rPr>
              <a:t> </a:t>
            </a:r>
            <a:r>
              <a:rPr sz="3200" spc="-125" dirty="0">
                <a:latin typeface="Arial MT"/>
                <a:cs typeface="Arial MT"/>
              </a:rPr>
              <a:t>m</a:t>
            </a:r>
            <a:r>
              <a:rPr sz="3200" spc="-130" dirty="0">
                <a:latin typeface="Arial MT"/>
                <a:cs typeface="Arial MT"/>
              </a:rPr>
              <a:t>a</a:t>
            </a:r>
            <a:r>
              <a:rPr sz="3200" spc="-125" dirty="0">
                <a:latin typeface="Arial MT"/>
                <a:cs typeface="Arial MT"/>
              </a:rPr>
              <a:t>i</a:t>
            </a:r>
            <a:r>
              <a:rPr sz="3200" dirty="0">
                <a:latin typeface="Arial MT"/>
                <a:cs typeface="Arial MT"/>
              </a:rPr>
              <a:t>n</a:t>
            </a:r>
            <a:r>
              <a:rPr sz="3200" spc="-245" dirty="0">
                <a:latin typeface="Arial MT"/>
                <a:cs typeface="Arial MT"/>
              </a:rPr>
              <a:t> </a:t>
            </a:r>
            <a:r>
              <a:rPr sz="3200" spc="-120" dirty="0">
                <a:latin typeface="Arial MT"/>
                <a:cs typeface="Arial MT"/>
              </a:rPr>
              <a:t>c</a:t>
            </a:r>
            <a:r>
              <a:rPr sz="3200" spc="-130" dirty="0">
                <a:latin typeface="Arial MT"/>
                <a:cs typeface="Arial MT"/>
              </a:rPr>
              <a:t>ha</a:t>
            </a:r>
            <a:r>
              <a:rPr sz="3200" spc="-120" dirty="0">
                <a:latin typeface="Arial MT"/>
                <a:cs typeface="Arial MT"/>
              </a:rPr>
              <a:t>r</a:t>
            </a:r>
            <a:r>
              <a:rPr sz="3200" spc="-140" dirty="0">
                <a:latin typeface="Arial MT"/>
                <a:cs typeface="Arial MT"/>
              </a:rPr>
              <a:t>a</a:t>
            </a:r>
            <a:r>
              <a:rPr sz="3200" spc="-130" dirty="0">
                <a:latin typeface="Arial MT"/>
                <a:cs typeface="Arial MT"/>
              </a:rPr>
              <a:t>c</a:t>
            </a:r>
            <a:r>
              <a:rPr sz="3200" spc="-125" dirty="0">
                <a:latin typeface="Arial MT"/>
                <a:cs typeface="Arial MT"/>
              </a:rPr>
              <a:t>t</a:t>
            </a:r>
            <a:r>
              <a:rPr sz="3200" spc="-130" dirty="0">
                <a:latin typeface="Arial MT"/>
                <a:cs typeface="Arial MT"/>
              </a:rPr>
              <a:t>e</a:t>
            </a:r>
            <a:r>
              <a:rPr sz="3200" spc="-135" dirty="0">
                <a:latin typeface="Arial MT"/>
                <a:cs typeface="Arial MT"/>
              </a:rPr>
              <a:t>r</a:t>
            </a:r>
            <a:r>
              <a:rPr sz="3200" spc="-125" dirty="0">
                <a:latin typeface="Arial MT"/>
                <a:cs typeface="Arial MT"/>
              </a:rPr>
              <a:t>i</a:t>
            </a:r>
            <a:r>
              <a:rPr sz="3200" spc="-130" dirty="0">
                <a:latin typeface="Arial MT"/>
                <a:cs typeface="Arial MT"/>
              </a:rPr>
              <a:t>s</a:t>
            </a:r>
            <a:r>
              <a:rPr sz="3200" spc="-135" dirty="0">
                <a:latin typeface="Arial MT"/>
                <a:cs typeface="Arial MT"/>
              </a:rPr>
              <a:t>t</a:t>
            </a:r>
            <a:r>
              <a:rPr sz="3200" spc="-125" dirty="0">
                <a:latin typeface="Arial MT"/>
                <a:cs typeface="Arial MT"/>
              </a:rPr>
              <a:t>i</a:t>
            </a:r>
            <a:r>
              <a:rPr sz="3200" spc="-130" dirty="0">
                <a:latin typeface="Arial MT"/>
                <a:cs typeface="Arial MT"/>
              </a:rPr>
              <a:t>c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2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225" dirty="0">
                <a:latin typeface="Arial MT"/>
                <a:cs typeface="Arial MT"/>
              </a:rPr>
              <a:t>Logi</a:t>
            </a:r>
            <a:r>
              <a:rPr sz="3200" dirty="0">
                <a:latin typeface="Arial MT"/>
                <a:cs typeface="Arial MT"/>
              </a:rPr>
              <a:t>c</a:t>
            </a:r>
            <a:r>
              <a:rPr sz="3200" spc="-580" dirty="0">
                <a:latin typeface="Arial MT"/>
                <a:cs typeface="Arial MT"/>
              </a:rPr>
              <a:t> </a:t>
            </a:r>
            <a:r>
              <a:rPr sz="3200" spc="-100" dirty="0">
                <a:latin typeface="Arial MT"/>
                <a:cs typeface="Arial MT"/>
              </a:rPr>
              <a:t>f</a:t>
            </a:r>
            <a:r>
              <a:rPr sz="3200" spc="-105" dirty="0">
                <a:latin typeface="Arial MT"/>
                <a:cs typeface="Arial MT"/>
              </a:rPr>
              <a:t>a</a:t>
            </a:r>
            <a:r>
              <a:rPr sz="3200" spc="-100" dirty="0">
                <a:latin typeface="Arial MT"/>
                <a:cs typeface="Arial MT"/>
              </a:rPr>
              <a:t>mili</a:t>
            </a:r>
            <a:r>
              <a:rPr sz="3200" spc="-105" dirty="0">
                <a:latin typeface="Arial MT"/>
                <a:cs typeface="Arial MT"/>
              </a:rPr>
              <a:t>e</a:t>
            </a:r>
            <a:r>
              <a:rPr sz="3200" dirty="0">
                <a:latin typeface="Arial MT"/>
                <a:cs typeface="Arial MT"/>
              </a:rPr>
              <a:t>s  </a:t>
            </a:r>
            <a:r>
              <a:rPr sz="3200" spc="-90" dirty="0">
                <a:latin typeface="Arial MT"/>
                <a:cs typeface="Arial MT"/>
              </a:rPr>
              <a:t>include:</a:t>
            </a:r>
            <a:endParaRPr sz="3200">
              <a:latin typeface="Arial MT"/>
              <a:cs typeface="Arial MT"/>
            </a:endParaRPr>
          </a:p>
          <a:p>
            <a:pPr marL="695325" lvl="1" indent="-307340">
              <a:lnSpc>
                <a:spcPct val="100000"/>
              </a:lnSpc>
              <a:spcBef>
                <a:spcPts val="290"/>
              </a:spcBef>
              <a:buChar char="–"/>
              <a:tabLst>
                <a:tab pos="695960" algn="l"/>
              </a:tabLst>
            </a:pPr>
            <a:r>
              <a:rPr sz="2800" spc="-185" dirty="0">
                <a:latin typeface="Arial MT"/>
                <a:cs typeface="Arial MT"/>
              </a:rPr>
              <a:t>Speed</a:t>
            </a:r>
            <a:endParaRPr sz="2800">
              <a:latin typeface="Arial MT"/>
              <a:cs typeface="Arial MT"/>
            </a:endParaRPr>
          </a:p>
          <a:p>
            <a:pPr marL="695325" lvl="1" indent="-307340">
              <a:lnSpc>
                <a:spcPct val="100000"/>
              </a:lnSpc>
              <a:spcBef>
                <a:spcPts val="490"/>
              </a:spcBef>
              <a:buChar char="–"/>
              <a:tabLst>
                <a:tab pos="695960" algn="l"/>
              </a:tabLst>
            </a:pPr>
            <a:r>
              <a:rPr sz="2800" spc="-150" dirty="0">
                <a:latin typeface="Arial MT"/>
                <a:cs typeface="Arial MT"/>
              </a:rPr>
              <a:t>Fan-in</a:t>
            </a:r>
            <a:endParaRPr sz="2800">
              <a:latin typeface="Arial MT"/>
              <a:cs typeface="Arial MT"/>
            </a:endParaRPr>
          </a:p>
          <a:p>
            <a:pPr marL="695325" lvl="1" indent="-307340">
              <a:lnSpc>
                <a:spcPct val="100000"/>
              </a:lnSpc>
              <a:spcBef>
                <a:spcPts val="505"/>
              </a:spcBef>
              <a:buChar char="–"/>
              <a:tabLst>
                <a:tab pos="695960" algn="l"/>
              </a:tabLst>
            </a:pPr>
            <a:r>
              <a:rPr sz="2800" spc="-120" dirty="0">
                <a:latin typeface="Arial MT"/>
                <a:cs typeface="Arial MT"/>
              </a:rPr>
              <a:t>Fan-out</a:t>
            </a:r>
            <a:endParaRPr sz="2800">
              <a:latin typeface="Arial MT"/>
              <a:cs typeface="Arial MT"/>
            </a:endParaRPr>
          </a:p>
          <a:p>
            <a:pPr marL="695325" lvl="1" indent="-307340">
              <a:lnSpc>
                <a:spcPct val="100000"/>
              </a:lnSpc>
              <a:spcBef>
                <a:spcPts val="505"/>
              </a:spcBef>
              <a:buChar char="–"/>
              <a:tabLst>
                <a:tab pos="695960" algn="l"/>
              </a:tabLst>
            </a:pPr>
            <a:r>
              <a:rPr sz="2800" spc="-165" dirty="0">
                <a:latin typeface="Arial MT"/>
                <a:cs typeface="Arial MT"/>
              </a:rPr>
              <a:t>N</a:t>
            </a:r>
            <a:r>
              <a:rPr sz="2800" spc="-160" dirty="0">
                <a:latin typeface="Arial MT"/>
                <a:cs typeface="Arial MT"/>
              </a:rPr>
              <a:t>ois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290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I</a:t>
            </a:r>
            <a:r>
              <a:rPr sz="2800" spc="-70" dirty="0">
                <a:latin typeface="Arial MT"/>
                <a:cs typeface="Arial MT"/>
              </a:rPr>
              <a:t>mm</a:t>
            </a:r>
            <a:r>
              <a:rPr sz="2800" spc="-65" dirty="0">
                <a:latin typeface="Arial MT"/>
                <a:cs typeface="Arial MT"/>
              </a:rPr>
              <a:t>unit</a:t>
            </a:r>
            <a:r>
              <a:rPr sz="2800" spc="-5" dirty="0">
                <a:latin typeface="Arial MT"/>
                <a:cs typeface="Arial MT"/>
              </a:rPr>
              <a:t>y</a:t>
            </a:r>
            <a:endParaRPr sz="2800">
              <a:latin typeface="Arial MT"/>
              <a:cs typeface="Arial MT"/>
            </a:endParaRPr>
          </a:p>
          <a:p>
            <a:pPr marL="695325" lvl="1" indent="-307340">
              <a:lnSpc>
                <a:spcPct val="100000"/>
              </a:lnSpc>
              <a:spcBef>
                <a:spcPts val="495"/>
              </a:spcBef>
              <a:buChar char="–"/>
              <a:tabLst>
                <a:tab pos="695960" algn="l"/>
              </a:tabLst>
            </a:pPr>
            <a:r>
              <a:rPr sz="2800" spc="-145" dirty="0">
                <a:latin typeface="Arial MT"/>
                <a:cs typeface="Arial MT"/>
              </a:rPr>
              <a:t>P</a:t>
            </a:r>
            <a:r>
              <a:rPr sz="2800" spc="-135" dirty="0">
                <a:latin typeface="Arial MT"/>
                <a:cs typeface="Arial MT"/>
              </a:rPr>
              <a:t>o</a:t>
            </a:r>
            <a:r>
              <a:rPr sz="2800" spc="-145" dirty="0">
                <a:latin typeface="Arial MT"/>
                <a:cs typeface="Arial MT"/>
              </a:rPr>
              <a:t>w</a:t>
            </a:r>
            <a:r>
              <a:rPr sz="2800" spc="-135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r</a:t>
            </a:r>
            <a:r>
              <a:rPr sz="2800" spc="-280" dirty="0">
                <a:latin typeface="Arial MT"/>
                <a:cs typeface="Arial MT"/>
              </a:rPr>
              <a:t> </a:t>
            </a:r>
            <a:r>
              <a:rPr sz="2800" spc="-120" dirty="0">
                <a:latin typeface="Arial MT"/>
                <a:cs typeface="Arial MT"/>
              </a:rPr>
              <a:t>D</a:t>
            </a:r>
            <a:r>
              <a:rPr sz="2800" spc="-114" dirty="0">
                <a:latin typeface="Arial MT"/>
                <a:cs typeface="Arial MT"/>
              </a:rPr>
              <a:t>i</a:t>
            </a:r>
            <a:r>
              <a:rPr sz="2800" spc="-110" dirty="0">
                <a:latin typeface="Arial MT"/>
                <a:cs typeface="Arial MT"/>
              </a:rPr>
              <a:t>ss</a:t>
            </a:r>
            <a:r>
              <a:rPr sz="2800" spc="-114" dirty="0">
                <a:latin typeface="Arial MT"/>
                <a:cs typeface="Arial MT"/>
              </a:rPr>
              <a:t>i</a:t>
            </a:r>
            <a:r>
              <a:rPr sz="2800" spc="-110" dirty="0">
                <a:latin typeface="Arial MT"/>
                <a:cs typeface="Arial MT"/>
              </a:rPr>
              <a:t>pa</a:t>
            </a:r>
            <a:r>
              <a:rPr sz="2800" spc="-120" dirty="0">
                <a:latin typeface="Arial MT"/>
                <a:cs typeface="Arial MT"/>
              </a:rPr>
              <a:t>t</a:t>
            </a:r>
            <a:r>
              <a:rPr sz="2800" spc="-114" dirty="0">
                <a:latin typeface="Arial MT"/>
                <a:cs typeface="Arial MT"/>
              </a:rPr>
              <a:t>i</a:t>
            </a:r>
            <a:r>
              <a:rPr sz="2800" spc="-120" dirty="0">
                <a:latin typeface="Arial MT"/>
                <a:cs typeface="Arial MT"/>
              </a:rPr>
              <a:t>o</a:t>
            </a:r>
            <a:r>
              <a:rPr sz="2800" spc="-5" dirty="0">
                <a:latin typeface="Arial MT"/>
                <a:cs typeface="Arial MT"/>
              </a:rPr>
              <a:t>n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8155" y="0"/>
            <a:ext cx="15830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Contt..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619125"/>
            <a:ext cx="8183245" cy="37649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99085" marR="392430" indent="-287020" algn="just">
              <a:lnSpc>
                <a:spcPct val="79000"/>
              </a:lnSpc>
              <a:spcBef>
                <a:spcPts val="705"/>
              </a:spcBef>
              <a:buChar char="•"/>
              <a:tabLst>
                <a:tab pos="299720" algn="l"/>
              </a:tabLst>
            </a:pPr>
            <a:r>
              <a:rPr sz="2400" spc="-175" dirty="0">
                <a:latin typeface="Arial MT"/>
                <a:cs typeface="Arial MT"/>
              </a:rPr>
              <a:t>Speed: </a:t>
            </a:r>
            <a:r>
              <a:rPr sz="2400" spc="-195" dirty="0">
                <a:latin typeface="Arial MT"/>
                <a:cs typeface="Arial MT"/>
              </a:rPr>
              <a:t>Speed </a:t>
            </a:r>
            <a:r>
              <a:rPr sz="2400" spc="-5" dirty="0">
                <a:latin typeface="Arial MT"/>
                <a:cs typeface="Arial MT"/>
              </a:rPr>
              <a:t>of a </a:t>
            </a:r>
            <a:r>
              <a:rPr sz="2400" spc="-95" dirty="0">
                <a:latin typeface="Arial MT"/>
                <a:cs typeface="Arial MT"/>
              </a:rPr>
              <a:t>logic </a:t>
            </a:r>
            <a:r>
              <a:rPr sz="2400" spc="-55" dirty="0">
                <a:latin typeface="Arial MT"/>
                <a:cs typeface="Arial MT"/>
              </a:rPr>
              <a:t>circuit </a:t>
            </a:r>
            <a:r>
              <a:rPr sz="2400" spc="-85" dirty="0">
                <a:latin typeface="Arial MT"/>
                <a:cs typeface="Arial MT"/>
              </a:rPr>
              <a:t>is </a:t>
            </a:r>
            <a:r>
              <a:rPr sz="2400" spc="-70" dirty="0">
                <a:latin typeface="Arial MT"/>
                <a:cs typeface="Arial MT"/>
              </a:rPr>
              <a:t>determined </a:t>
            </a:r>
            <a:r>
              <a:rPr sz="2400" spc="-65" dirty="0">
                <a:latin typeface="Arial MT"/>
                <a:cs typeface="Arial MT"/>
              </a:rPr>
              <a:t>by</a:t>
            </a:r>
            <a:r>
              <a:rPr sz="2400" spc="540" dirty="0">
                <a:latin typeface="Arial MT"/>
                <a:cs typeface="Arial MT"/>
              </a:rPr>
              <a:t> </a:t>
            </a:r>
            <a:r>
              <a:rPr sz="2400" spc="-30" dirty="0">
                <a:latin typeface="Arial MT"/>
                <a:cs typeface="Arial MT"/>
              </a:rPr>
              <a:t>the time 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between </a:t>
            </a:r>
            <a:r>
              <a:rPr sz="2400" spc="-35" dirty="0">
                <a:latin typeface="Arial MT"/>
                <a:cs typeface="Arial MT"/>
              </a:rPr>
              <a:t>the </a:t>
            </a:r>
            <a:r>
              <a:rPr sz="2400" spc="-70" dirty="0">
                <a:latin typeface="Arial MT"/>
                <a:cs typeface="Arial MT"/>
              </a:rPr>
              <a:t>application </a:t>
            </a:r>
            <a:r>
              <a:rPr sz="2400" spc="-10" dirty="0">
                <a:latin typeface="Arial MT"/>
                <a:cs typeface="Arial MT"/>
              </a:rPr>
              <a:t>of </a:t>
            </a:r>
            <a:r>
              <a:rPr sz="2400" spc="-25" dirty="0">
                <a:latin typeface="Arial MT"/>
                <a:cs typeface="Arial MT"/>
              </a:rPr>
              <a:t>input </a:t>
            </a:r>
            <a:r>
              <a:rPr sz="2400" spc="-100" dirty="0">
                <a:latin typeface="Arial MT"/>
                <a:cs typeface="Arial MT"/>
              </a:rPr>
              <a:t>and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change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spc="-30" dirty="0">
                <a:latin typeface="Arial MT"/>
                <a:cs typeface="Arial MT"/>
              </a:rPr>
              <a:t>the </a:t>
            </a:r>
            <a:r>
              <a:rPr sz="2400" spc="-10" dirty="0">
                <a:latin typeface="Arial MT"/>
                <a:cs typeface="Arial MT"/>
              </a:rPr>
              <a:t>output 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85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t</a:t>
            </a:r>
            <a:r>
              <a:rPr sz="2400" spc="-45" dirty="0">
                <a:latin typeface="Arial MT"/>
                <a:cs typeface="Arial MT"/>
              </a:rPr>
              <a:t>h</a:t>
            </a:r>
            <a:r>
              <a:rPr sz="2400" spc="-5" dirty="0">
                <a:latin typeface="Arial MT"/>
                <a:cs typeface="Arial MT"/>
              </a:rPr>
              <a:t>e</a:t>
            </a:r>
            <a:r>
              <a:rPr sz="2400" spc="-215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c</a:t>
            </a:r>
            <a:r>
              <a:rPr sz="2400" spc="-70" dirty="0">
                <a:latin typeface="Arial MT"/>
                <a:cs typeface="Arial MT"/>
              </a:rPr>
              <a:t>i</a:t>
            </a:r>
            <a:r>
              <a:rPr sz="2400" spc="-60" dirty="0">
                <a:latin typeface="Arial MT"/>
                <a:cs typeface="Arial MT"/>
              </a:rPr>
              <a:t>rc</a:t>
            </a:r>
            <a:r>
              <a:rPr sz="2400" spc="-70" dirty="0">
                <a:latin typeface="Arial MT"/>
                <a:cs typeface="Arial MT"/>
              </a:rPr>
              <a:t>ui</a:t>
            </a:r>
            <a:r>
              <a:rPr sz="2400" spc="-60" dirty="0">
                <a:latin typeface="Arial MT"/>
                <a:cs typeface="Arial MT"/>
              </a:rPr>
              <a:t>t</a:t>
            </a:r>
            <a:r>
              <a:rPr sz="240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3150">
              <a:latin typeface="Arial MT"/>
              <a:cs typeface="Arial MT"/>
            </a:endParaRPr>
          </a:p>
          <a:p>
            <a:pPr marL="299085" marR="394335" indent="-287020" algn="just">
              <a:lnSpc>
                <a:spcPct val="79200"/>
              </a:lnSpc>
              <a:buChar char="•"/>
              <a:tabLst>
                <a:tab pos="299720" algn="l"/>
              </a:tabLst>
            </a:pPr>
            <a:r>
              <a:rPr sz="2400" spc="-130" dirty="0">
                <a:latin typeface="Arial MT"/>
                <a:cs typeface="Arial MT"/>
              </a:rPr>
              <a:t>Fan-in: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20" dirty="0">
                <a:latin typeface="Arial MT"/>
                <a:cs typeface="Arial MT"/>
              </a:rPr>
              <a:t>It </a:t>
            </a:r>
            <a:r>
              <a:rPr sz="2400" spc="-90" dirty="0">
                <a:latin typeface="Arial MT"/>
                <a:cs typeface="Arial MT"/>
              </a:rPr>
              <a:t>determines </a:t>
            </a:r>
            <a:r>
              <a:rPr sz="2400" spc="-30" dirty="0">
                <a:latin typeface="Arial MT"/>
                <a:cs typeface="Arial MT"/>
              </a:rPr>
              <a:t>the </a:t>
            </a:r>
            <a:r>
              <a:rPr sz="2400" spc="-80" dirty="0">
                <a:latin typeface="Arial MT"/>
                <a:cs typeface="Arial MT"/>
              </a:rPr>
              <a:t>number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spc="-65" dirty="0">
                <a:latin typeface="Arial MT"/>
                <a:cs typeface="Arial MT"/>
              </a:rPr>
              <a:t>inputs </a:t>
            </a:r>
            <a:r>
              <a:rPr sz="2400" spc="-35" dirty="0">
                <a:latin typeface="Arial MT"/>
                <a:cs typeface="Arial MT"/>
              </a:rPr>
              <a:t>the</a:t>
            </a:r>
            <a:r>
              <a:rPr sz="2400" spc="59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logic </a:t>
            </a:r>
            <a:r>
              <a:rPr sz="2400" spc="-100" dirty="0">
                <a:latin typeface="Arial MT"/>
                <a:cs typeface="Arial MT"/>
              </a:rPr>
              <a:t>gate 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30" dirty="0">
                <a:latin typeface="Arial MT"/>
                <a:cs typeface="Arial MT"/>
              </a:rPr>
              <a:t>can</a:t>
            </a:r>
            <a:r>
              <a:rPr sz="2400" spc="-450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handle.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245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sz="2400" spc="-110" dirty="0">
                <a:latin typeface="Arial MT"/>
                <a:cs typeface="Arial MT"/>
              </a:rPr>
              <a:t>Fan-out:</a:t>
            </a:r>
            <a:r>
              <a:rPr sz="2400" spc="-280" dirty="0">
                <a:latin typeface="Arial MT"/>
                <a:cs typeface="Arial MT"/>
              </a:rPr>
              <a:t> </a:t>
            </a:r>
            <a:r>
              <a:rPr sz="2400" spc="-114" dirty="0">
                <a:latin typeface="Arial MT"/>
                <a:cs typeface="Arial MT"/>
              </a:rPr>
              <a:t>Determines</a:t>
            </a:r>
            <a:r>
              <a:rPr sz="2400" spc="-250" dirty="0">
                <a:latin typeface="Arial MT"/>
                <a:cs typeface="Arial MT"/>
              </a:rPr>
              <a:t> </a:t>
            </a:r>
            <a:r>
              <a:rPr sz="2400" spc="-30" dirty="0">
                <a:latin typeface="Arial MT"/>
                <a:cs typeface="Arial MT"/>
              </a:rPr>
              <a:t>the</a:t>
            </a:r>
            <a:r>
              <a:rPr sz="2400" spc="-225" dirty="0">
                <a:latin typeface="Arial MT"/>
                <a:cs typeface="Arial MT"/>
              </a:rPr>
              <a:t> </a:t>
            </a:r>
            <a:r>
              <a:rPr sz="2400" spc="-85" dirty="0">
                <a:latin typeface="Arial MT"/>
                <a:cs typeface="Arial MT"/>
              </a:rPr>
              <a:t>number</a:t>
            </a:r>
            <a:r>
              <a:rPr sz="2400" spc="-2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circuits</a:t>
            </a:r>
            <a:r>
              <a:rPr sz="2400" spc="-2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1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gate</a:t>
            </a:r>
            <a:r>
              <a:rPr sz="2400" spc="-250" dirty="0">
                <a:latin typeface="Arial MT"/>
                <a:cs typeface="Arial MT"/>
              </a:rPr>
              <a:t> </a:t>
            </a:r>
            <a:r>
              <a:rPr sz="2400" spc="-130" dirty="0">
                <a:latin typeface="Arial MT"/>
                <a:cs typeface="Arial MT"/>
              </a:rPr>
              <a:t>can</a:t>
            </a:r>
            <a:r>
              <a:rPr sz="2400" spc="-409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drive.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3000">
              <a:latin typeface="Arial MT"/>
              <a:cs typeface="Arial MT"/>
            </a:endParaRPr>
          </a:p>
          <a:p>
            <a:pPr marL="299085" marR="526415" indent="-287020" algn="just">
              <a:lnSpc>
                <a:spcPct val="79200"/>
              </a:lnSpc>
              <a:buChar char="•"/>
              <a:tabLst>
                <a:tab pos="299720" algn="l"/>
              </a:tabLst>
            </a:pPr>
            <a:r>
              <a:rPr sz="2400" spc="-135" dirty="0">
                <a:latin typeface="Arial MT"/>
                <a:cs typeface="Arial MT"/>
              </a:rPr>
              <a:t>Noise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Immunity: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Maximum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14" dirty="0">
                <a:latin typeface="Arial MT"/>
                <a:cs typeface="Arial MT"/>
              </a:rPr>
              <a:t>noise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5" dirty="0">
                <a:latin typeface="Arial MT"/>
                <a:cs typeface="Arial MT"/>
              </a:rPr>
              <a:t>circuit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30" dirty="0">
                <a:latin typeface="Arial MT"/>
                <a:cs typeface="Arial MT"/>
              </a:rPr>
              <a:t>can 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withstand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without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affecting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theoutput.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4054" y="4716526"/>
            <a:ext cx="268033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HI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state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noise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margin: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b="1" spc="-5" dirty="0">
                <a:latin typeface="Calibri"/>
                <a:cs typeface="Calibri"/>
              </a:rPr>
              <a:t>VNH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VOH(min)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– VIH(min)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73344" y="4716526"/>
            <a:ext cx="2623820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LO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state </a:t>
            </a:r>
            <a:r>
              <a:rPr sz="1800" b="1" dirty="0">
                <a:latin typeface="Calibri"/>
                <a:cs typeface="Calibri"/>
              </a:rPr>
              <a:t>noise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margin:</a:t>
            </a:r>
            <a:endParaRPr sz="1800">
              <a:latin typeface="Calibri"/>
              <a:cs typeface="Calibri"/>
            </a:endParaRPr>
          </a:p>
          <a:p>
            <a:pPr marL="26034">
              <a:lnSpc>
                <a:spcPct val="100000"/>
              </a:lnSpc>
              <a:spcBef>
                <a:spcPts val="10"/>
              </a:spcBef>
            </a:pPr>
            <a:r>
              <a:rPr sz="1800" b="1" spc="-5" dirty="0">
                <a:latin typeface="Calibri"/>
                <a:cs typeface="Calibri"/>
              </a:rPr>
              <a:t>VNL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-10" dirty="0">
                <a:latin typeface="Calibri"/>
                <a:cs typeface="Calibri"/>
              </a:rPr>
              <a:t> VIL(max)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– </a:t>
            </a:r>
            <a:r>
              <a:rPr sz="1800" b="1" spc="-10" dirty="0">
                <a:latin typeface="Calibri"/>
                <a:cs typeface="Calibri"/>
              </a:rPr>
              <a:t>VOL(max)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6841" y="5637072"/>
            <a:ext cx="8133080" cy="67945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99085" marR="5080" indent="-287020">
              <a:lnSpc>
                <a:spcPct val="78800"/>
              </a:lnSpc>
              <a:spcBef>
                <a:spcPts val="710"/>
              </a:spcBef>
              <a:buChar char="•"/>
              <a:tabLst>
                <a:tab pos="299085" algn="l"/>
                <a:tab pos="299720" algn="l"/>
                <a:tab pos="6865620" algn="l"/>
              </a:tabLst>
            </a:pPr>
            <a:r>
              <a:rPr sz="2400" spc="-105" dirty="0">
                <a:latin typeface="Arial MT"/>
                <a:cs typeface="Arial MT"/>
              </a:rPr>
              <a:t>Power: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spc="-105" dirty="0">
                <a:latin typeface="Arial MT"/>
                <a:cs typeface="Arial MT"/>
              </a:rPr>
              <a:t>When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circuit</a:t>
            </a:r>
            <a:r>
              <a:rPr sz="2400" spc="170" dirty="0">
                <a:latin typeface="Arial MT"/>
                <a:cs typeface="Arial MT"/>
              </a:rPr>
              <a:t> </a:t>
            </a:r>
            <a:r>
              <a:rPr sz="2400" spc="-114" dirty="0">
                <a:latin typeface="Arial MT"/>
                <a:cs typeface="Arial MT"/>
              </a:rPr>
              <a:t>switches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from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spc="-85" dirty="0">
                <a:latin typeface="Arial MT"/>
                <a:cs typeface="Arial MT"/>
              </a:rPr>
              <a:t>one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state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spc="20" dirty="0">
                <a:latin typeface="Arial MT"/>
                <a:cs typeface="Arial MT"/>
              </a:rPr>
              <a:t>to	</a:t>
            </a:r>
            <a:r>
              <a:rPr sz="2400" spc="-30" dirty="0">
                <a:latin typeface="Arial MT"/>
                <a:cs typeface="Arial MT"/>
              </a:rPr>
              <a:t>the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other,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power</a:t>
            </a:r>
            <a:r>
              <a:rPr sz="2400" spc="-455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dissipates.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1821" y="462788"/>
            <a:ext cx="1378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40" dirty="0"/>
              <a:t>T</a:t>
            </a:r>
            <a:r>
              <a:rPr spc="-335" dirty="0"/>
              <a:t>ype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804" y="1610308"/>
            <a:ext cx="7577455" cy="376618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94005" marR="632460" indent="-281940">
              <a:lnSpc>
                <a:spcPts val="3510"/>
              </a:lnSpc>
              <a:spcBef>
                <a:spcPts val="495"/>
              </a:spcBef>
              <a:buFont typeface="Arial MT"/>
              <a:buChar char="•"/>
              <a:tabLst>
                <a:tab pos="294640" algn="l"/>
              </a:tabLst>
            </a:pPr>
            <a:r>
              <a:rPr sz="3200" b="1" spc="-185" dirty="0">
                <a:latin typeface="Trebuchet MS"/>
                <a:cs typeface="Trebuchet MS"/>
              </a:rPr>
              <a:t>TTL</a:t>
            </a:r>
            <a:r>
              <a:rPr sz="3200" spc="-185" dirty="0">
                <a:latin typeface="Arial MT"/>
                <a:cs typeface="Arial MT"/>
              </a:rPr>
              <a:t>–</a:t>
            </a:r>
            <a:r>
              <a:rPr sz="3200" spc="-395" dirty="0">
                <a:latin typeface="Arial MT"/>
                <a:cs typeface="Arial MT"/>
              </a:rPr>
              <a:t> </a:t>
            </a:r>
            <a:r>
              <a:rPr sz="3200" spc="-85" dirty="0">
                <a:latin typeface="Arial MT"/>
                <a:cs typeface="Arial MT"/>
              </a:rPr>
              <a:t>transistor-transistor</a:t>
            </a:r>
            <a:r>
              <a:rPr sz="3200" spc="-140" dirty="0">
                <a:latin typeface="Arial MT"/>
                <a:cs typeface="Arial MT"/>
              </a:rPr>
              <a:t> </a:t>
            </a:r>
            <a:r>
              <a:rPr sz="3200" spc="-100" dirty="0">
                <a:latin typeface="Arial MT"/>
                <a:cs typeface="Arial MT"/>
              </a:rPr>
              <a:t>logic</a:t>
            </a:r>
            <a:r>
              <a:rPr sz="3200" spc="-229" dirty="0">
                <a:latin typeface="Arial MT"/>
                <a:cs typeface="Arial MT"/>
              </a:rPr>
              <a:t> </a:t>
            </a:r>
            <a:r>
              <a:rPr sz="3200" spc="-170" dirty="0">
                <a:latin typeface="Arial MT"/>
                <a:cs typeface="Arial MT"/>
              </a:rPr>
              <a:t>based</a:t>
            </a:r>
            <a:r>
              <a:rPr sz="3200" spc="-400" dirty="0">
                <a:latin typeface="Arial MT"/>
                <a:cs typeface="Arial MT"/>
              </a:rPr>
              <a:t> </a:t>
            </a:r>
            <a:r>
              <a:rPr sz="3200" spc="-60" dirty="0">
                <a:latin typeface="Arial MT"/>
                <a:cs typeface="Arial MT"/>
              </a:rPr>
              <a:t>on </a:t>
            </a:r>
            <a:r>
              <a:rPr sz="3200" spc="-869" dirty="0">
                <a:latin typeface="Arial MT"/>
                <a:cs typeface="Arial MT"/>
              </a:rPr>
              <a:t> </a:t>
            </a:r>
            <a:r>
              <a:rPr sz="3200" spc="-80" dirty="0">
                <a:latin typeface="Arial MT"/>
                <a:cs typeface="Arial MT"/>
              </a:rPr>
              <a:t>b</a:t>
            </a:r>
            <a:r>
              <a:rPr sz="3200" spc="-75" dirty="0">
                <a:latin typeface="Arial MT"/>
                <a:cs typeface="Arial MT"/>
              </a:rPr>
              <a:t>i</a:t>
            </a:r>
            <a:r>
              <a:rPr sz="3200" spc="-80" dirty="0">
                <a:latin typeface="Arial MT"/>
                <a:cs typeface="Arial MT"/>
              </a:rPr>
              <a:t>po</a:t>
            </a:r>
            <a:r>
              <a:rPr sz="3200" spc="-75" dirty="0">
                <a:latin typeface="Arial MT"/>
                <a:cs typeface="Arial MT"/>
              </a:rPr>
              <a:t>l</a:t>
            </a:r>
            <a:r>
              <a:rPr sz="3200" spc="-80" dirty="0">
                <a:latin typeface="Arial MT"/>
                <a:cs typeface="Arial MT"/>
              </a:rPr>
              <a:t>a</a:t>
            </a:r>
            <a:r>
              <a:rPr sz="3200" dirty="0">
                <a:latin typeface="Arial MT"/>
                <a:cs typeface="Arial MT"/>
              </a:rPr>
              <a:t>r</a:t>
            </a:r>
            <a:r>
              <a:rPr sz="3200" spc="-245" dirty="0">
                <a:latin typeface="Arial MT"/>
                <a:cs typeface="Arial MT"/>
              </a:rPr>
              <a:t> </a:t>
            </a:r>
            <a:r>
              <a:rPr sz="3200" spc="-100" dirty="0">
                <a:latin typeface="Arial MT"/>
                <a:cs typeface="Arial MT"/>
              </a:rPr>
              <a:t>tr</a:t>
            </a:r>
            <a:r>
              <a:rPr sz="3200" spc="-105" dirty="0">
                <a:latin typeface="Arial MT"/>
                <a:cs typeface="Arial MT"/>
              </a:rPr>
              <a:t>an</a:t>
            </a:r>
            <a:r>
              <a:rPr sz="3200" spc="-90" dirty="0">
                <a:latin typeface="Arial MT"/>
                <a:cs typeface="Arial MT"/>
              </a:rPr>
              <a:t>s</a:t>
            </a:r>
            <a:r>
              <a:rPr sz="3200" spc="-100" dirty="0">
                <a:latin typeface="Arial MT"/>
                <a:cs typeface="Arial MT"/>
              </a:rPr>
              <a:t>i</a:t>
            </a:r>
            <a:r>
              <a:rPr sz="3200" spc="-90" dirty="0">
                <a:latin typeface="Arial MT"/>
                <a:cs typeface="Arial MT"/>
              </a:rPr>
              <a:t>s</a:t>
            </a:r>
            <a:r>
              <a:rPr sz="3200" spc="-100" dirty="0">
                <a:latin typeface="Arial MT"/>
                <a:cs typeface="Arial MT"/>
              </a:rPr>
              <a:t>t</a:t>
            </a:r>
            <a:r>
              <a:rPr sz="3200" spc="-105" dirty="0">
                <a:latin typeface="Arial MT"/>
                <a:cs typeface="Arial MT"/>
              </a:rPr>
              <a:t>o</a:t>
            </a:r>
            <a:r>
              <a:rPr sz="3200" spc="-100" dirty="0">
                <a:latin typeface="Arial MT"/>
                <a:cs typeface="Arial MT"/>
              </a:rPr>
              <a:t>r</a:t>
            </a:r>
            <a:r>
              <a:rPr sz="3200" spc="-90" dirty="0">
                <a:latin typeface="Arial MT"/>
                <a:cs typeface="Arial MT"/>
              </a:rPr>
              <a:t>s</a:t>
            </a:r>
            <a:r>
              <a:rPr sz="3200" dirty="0"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  <a:p>
            <a:pPr marL="294005" marR="1210310" indent="-281940">
              <a:lnSpc>
                <a:spcPts val="3500"/>
              </a:lnSpc>
              <a:spcBef>
                <a:spcPts val="590"/>
              </a:spcBef>
              <a:buFont typeface="Arial MT"/>
              <a:buChar char="•"/>
              <a:tabLst>
                <a:tab pos="294640" algn="l"/>
              </a:tabLst>
            </a:pPr>
            <a:r>
              <a:rPr sz="3200" b="1" spc="-30" dirty="0">
                <a:latin typeface="Trebuchet MS"/>
                <a:cs typeface="Trebuchet MS"/>
              </a:rPr>
              <a:t>C</a:t>
            </a:r>
            <a:r>
              <a:rPr sz="3200" b="1" spc="-25" dirty="0">
                <a:latin typeface="Trebuchet MS"/>
                <a:cs typeface="Trebuchet MS"/>
              </a:rPr>
              <a:t>M</a:t>
            </a:r>
            <a:r>
              <a:rPr sz="3200" b="1" spc="-20" dirty="0">
                <a:latin typeface="Trebuchet MS"/>
                <a:cs typeface="Trebuchet MS"/>
              </a:rPr>
              <a:t>O</a:t>
            </a:r>
            <a:r>
              <a:rPr sz="3200" b="1" dirty="0">
                <a:latin typeface="Trebuchet MS"/>
                <a:cs typeface="Trebuchet MS"/>
              </a:rPr>
              <a:t>S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Arial MT"/>
                <a:cs typeface="Arial MT"/>
              </a:rPr>
              <a:t>–</a:t>
            </a:r>
            <a:r>
              <a:rPr sz="3200" spc="-380" dirty="0">
                <a:latin typeface="Arial MT"/>
                <a:cs typeface="Arial MT"/>
              </a:rPr>
              <a:t> </a:t>
            </a:r>
            <a:r>
              <a:rPr sz="3200" spc="-105" dirty="0">
                <a:latin typeface="Arial MT"/>
                <a:cs typeface="Arial MT"/>
              </a:rPr>
              <a:t>c</a:t>
            </a:r>
            <a:r>
              <a:rPr sz="3200" spc="-114" dirty="0">
                <a:latin typeface="Arial MT"/>
                <a:cs typeface="Arial MT"/>
              </a:rPr>
              <a:t>omplementa</a:t>
            </a:r>
            <a:r>
              <a:rPr sz="3200" spc="-120" dirty="0">
                <a:latin typeface="Arial MT"/>
                <a:cs typeface="Arial MT"/>
              </a:rPr>
              <a:t>r</a:t>
            </a:r>
            <a:r>
              <a:rPr sz="3200" dirty="0">
                <a:latin typeface="Arial MT"/>
                <a:cs typeface="Arial MT"/>
              </a:rPr>
              <a:t>y</a:t>
            </a:r>
            <a:r>
              <a:rPr sz="3200" spc="-540" dirty="0">
                <a:latin typeface="Arial MT"/>
                <a:cs typeface="Arial MT"/>
              </a:rPr>
              <a:t> </a:t>
            </a:r>
            <a:r>
              <a:rPr sz="3200" spc="-114" dirty="0">
                <a:latin typeface="Arial MT"/>
                <a:cs typeface="Arial MT"/>
              </a:rPr>
              <a:t>meta</a:t>
            </a:r>
            <a:r>
              <a:rPr sz="3200" spc="-120" dirty="0">
                <a:latin typeface="Arial MT"/>
                <a:cs typeface="Arial MT"/>
              </a:rPr>
              <a:t>l</a:t>
            </a:r>
            <a:r>
              <a:rPr sz="3200" spc="-110" dirty="0">
                <a:latin typeface="Arial MT"/>
                <a:cs typeface="Arial MT"/>
              </a:rPr>
              <a:t>-</a:t>
            </a:r>
            <a:r>
              <a:rPr sz="3200" spc="-114" dirty="0">
                <a:latin typeface="Arial MT"/>
                <a:cs typeface="Arial MT"/>
              </a:rPr>
              <a:t>o</a:t>
            </a:r>
            <a:r>
              <a:rPr sz="3200" spc="-105" dirty="0">
                <a:latin typeface="Arial MT"/>
                <a:cs typeface="Arial MT"/>
              </a:rPr>
              <a:t>x</a:t>
            </a:r>
            <a:r>
              <a:rPr sz="3200" spc="-114" dirty="0">
                <a:latin typeface="Arial MT"/>
                <a:cs typeface="Arial MT"/>
              </a:rPr>
              <a:t>id</a:t>
            </a:r>
            <a:r>
              <a:rPr sz="3200" dirty="0">
                <a:latin typeface="Arial MT"/>
                <a:cs typeface="Arial MT"/>
              </a:rPr>
              <a:t>e  </a:t>
            </a:r>
            <a:r>
              <a:rPr sz="3200" spc="-105" dirty="0">
                <a:latin typeface="Arial MT"/>
                <a:cs typeface="Arial MT"/>
              </a:rPr>
              <a:t>s</a:t>
            </a:r>
            <a:r>
              <a:rPr sz="3200" spc="-120" dirty="0">
                <a:latin typeface="Arial MT"/>
                <a:cs typeface="Arial MT"/>
              </a:rPr>
              <a:t>e</a:t>
            </a:r>
            <a:r>
              <a:rPr sz="3200" spc="-114" dirty="0">
                <a:latin typeface="Arial MT"/>
                <a:cs typeface="Arial MT"/>
              </a:rPr>
              <a:t>mi</a:t>
            </a:r>
            <a:r>
              <a:rPr sz="3200" spc="-105" dirty="0">
                <a:latin typeface="Arial MT"/>
                <a:cs typeface="Arial MT"/>
              </a:rPr>
              <a:t>c</a:t>
            </a:r>
            <a:r>
              <a:rPr sz="3200" spc="-120" dirty="0">
                <a:latin typeface="Arial MT"/>
                <a:cs typeface="Arial MT"/>
              </a:rPr>
              <a:t>onduc</a:t>
            </a:r>
            <a:r>
              <a:rPr sz="3200" spc="-114" dirty="0">
                <a:latin typeface="Arial MT"/>
                <a:cs typeface="Arial MT"/>
              </a:rPr>
              <a:t>t</a:t>
            </a:r>
            <a:r>
              <a:rPr sz="3200" spc="-120" dirty="0">
                <a:latin typeface="Arial MT"/>
                <a:cs typeface="Arial MT"/>
              </a:rPr>
              <a:t>o</a:t>
            </a:r>
            <a:r>
              <a:rPr sz="3200" dirty="0">
                <a:latin typeface="Arial MT"/>
                <a:cs typeface="Arial MT"/>
              </a:rPr>
              <a:t>r</a:t>
            </a:r>
            <a:r>
              <a:rPr sz="3200" spc="-254" dirty="0">
                <a:latin typeface="Arial MT"/>
                <a:cs typeface="Arial MT"/>
              </a:rPr>
              <a:t> </a:t>
            </a:r>
            <a:r>
              <a:rPr sz="3200" spc="-125" dirty="0">
                <a:latin typeface="Arial MT"/>
                <a:cs typeface="Arial MT"/>
              </a:rPr>
              <a:t>l</a:t>
            </a:r>
            <a:r>
              <a:rPr sz="3200" spc="-130" dirty="0">
                <a:latin typeface="Arial MT"/>
                <a:cs typeface="Arial MT"/>
              </a:rPr>
              <a:t>og</a:t>
            </a:r>
            <a:r>
              <a:rPr sz="3200" spc="-125" dirty="0">
                <a:latin typeface="Arial MT"/>
                <a:cs typeface="Arial MT"/>
              </a:rPr>
              <a:t>i</a:t>
            </a:r>
            <a:r>
              <a:rPr sz="3200" dirty="0">
                <a:latin typeface="Arial MT"/>
                <a:cs typeface="Arial MT"/>
              </a:rPr>
              <a:t>c</a:t>
            </a:r>
            <a:r>
              <a:rPr sz="3200" spc="-235" dirty="0">
                <a:latin typeface="Arial MT"/>
                <a:cs typeface="Arial MT"/>
              </a:rPr>
              <a:t> </a:t>
            </a:r>
            <a:r>
              <a:rPr sz="3200" spc="-215" dirty="0">
                <a:latin typeface="Arial MT"/>
                <a:cs typeface="Arial MT"/>
              </a:rPr>
              <a:t>ba</a:t>
            </a:r>
            <a:r>
              <a:rPr sz="3200" spc="-200" dirty="0">
                <a:latin typeface="Arial MT"/>
                <a:cs typeface="Arial MT"/>
              </a:rPr>
              <a:t>s</a:t>
            </a:r>
            <a:r>
              <a:rPr sz="3200" spc="-215" dirty="0">
                <a:latin typeface="Arial MT"/>
                <a:cs typeface="Arial MT"/>
              </a:rPr>
              <a:t>e</a:t>
            </a:r>
            <a:r>
              <a:rPr sz="3200" dirty="0">
                <a:latin typeface="Arial MT"/>
                <a:cs typeface="Arial MT"/>
              </a:rPr>
              <a:t>d</a:t>
            </a:r>
            <a:r>
              <a:rPr sz="3200" spc="-500" dirty="0">
                <a:latin typeface="Arial MT"/>
                <a:cs typeface="Arial MT"/>
              </a:rPr>
              <a:t> </a:t>
            </a:r>
            <a:r>
              <a:rPr sz="3200" spc="-114" dirty="0">
                <a:latin typeface="Arial MT"/>
                <a:cs typeface="Arial MT"/>
              </a:rPr>
              <a:t>on</a:t>
            </a:r>
            <a:endParaRPr sz="3200">
              <a:latin typeface="Arial MT"/>
              <a:cs typeface="Arial MT"/>
            </a:endParaRPr>
          </a:p>
          <a:p>
            <a:pPr marL="294005">
              <a:lnSpc>
                <a:spcPts val="3030"/>
              </a:lnSpc>
            </a:pPr>
            <a:r>
              <a:rPr sz="3200" spc="-114" dirty="0">
                <a:latin typeface="Arial MT"/>
                <a:cs typeface="Arial MT"/>
              </a:rPr>
              <a:t>metal</a:t>
            </a:r>
            <a:r>
              <a:rPr sz="3200" spc="-110" dirty="0">
                <a:latin typeface="Arial MT"/>
                <a:cs typeface="Arial MT"/>
              </a:rPr>
              <a:t>-</a:t>
            </a:r>
            <a:r>
              <a:rPr sz="3200" spc="-114" dirty="0">
                <a:latin typeface="Arial MT"/>
                <a:cs typeface="Arial MT"/>
              </a:rPr>
              <a:t>o</a:t>
            </a:r>
            <a:r>
              <a:rPr sz="3200" spc="-105" dirty="0">
                <a:latin typeface="Arial MT"/>
                <a:cs typeface="Arial MT"/>
              </a:rPr>
              <a:t>x</a:t>
            </a:r>
            <a:r>
              <a:rPr sz="3200" spc="-114" dirty="0">
                <a:latin typeface="Arial MT"/>
                <a:cs typeface="Arial MT"/>
              </a:rPr>
              <a:t>ide</a:t>
            </a:r>
            <a:r>
              <a:rPr sz="3200" spc="-110" dirty="0">
                <a:latin typeface="Arial MT"/>
                <a:cs typeface="Arial MT"/>
              </a:rPr>
              <a:t>-</a:t>
            </a:r>
            <a:r>
              <a:rPr sz="3200" spc="-120" dirty="0">
                <a:latin typeface="Arial MT"/>
                <a:cs typeface="Arial MT"/>
              </a:rPr>
              <a:t>s</a:t>
            </a:r>
            <a:r>
              <a:rPr sz="3200" spc="-114" dirty="0">
                <a:latin typeface="Arial MT"/>
                <a:cs typeface="Arial MT"/>
              </a:rPr>
              <a:t>e</a:t>
            </a:r>
            <a:r>
              <a:rPr sz="3200" spc="-125" dirty="0">
                <a:latin typeface="Arial MT"/>
                <a:cs typeface="Arial MT"/>
              </a:rPr>
              <a:t>m</a:t>
            </a:r>
            <a:r>
              <a:rPr sz="3200" spc="-114" dirty="0">
                <a:latin typeface="Arial MT"/>
                <a:cs typeface="Arial MT"/>
              </a:rPr>
              <a:t>i</a:t>
            </a:r>
            <a:r>
              <a:rPr sz="3200" spc="-105" dirty="0">
                <a:latin typeface="Arial MT"/>
                <a:cs typeface="Arial MT"/>
              </a:rPr>
              <a:t>c</a:t>
            </a:r>
            <a:r>
              <a:rPr sz="3200" spc="-125" dirty="0">
                <a:latin typeface="Arial MT"/>
                <a:cs typeface="Arial MT"/>
              </a:rPr>
              <a:t>o</a:t>
            </a:r>
            <a:r>
              <a:rPr sz="3200" spc="-114" dirty="0">
                <a:latin typeface="Arial MT"/>
                <a:cs typeface="Arial MT"/>
              </a:rPr>
              <a:t>ndu</a:t>
            </a:r>
            <a:r>
              <a:rPr sz="3200" spc="-120" dirty="0">
                <a:latin typeface="Arial MT"/>
                <a:cs typeface="Arial MT"/>
              </a:rPr>
              <a:t>c</a:t>
            </a:r>
            <a:r>
              <a:rPr sz="3200" spc="-114" dirty="0">
                <a:latin typeface="Arial MT"/>
                <a:cs typeface="Arial MT"/>
              </a:rPr>
              <a:t>t</a:t>
            </a:r>
            <a:r>
              <a:rPr sz="3200" spc="-125" dirty="0">
                <a:latin typeface="Arial MT"/>
                <a:cs typeface="Arial MT"/>
              </a:rPr>
              <a:t>o</a:t>
            </a:r>
            <a:r>
              <a:rPr sz="3200" dirty="0">
                <a:latin typeface="Arial MT"/>
                <a:cs typeface="Arial MT"/>
              </a:rPr>
              <a:t>r</a:t>
            </a:r>
            <a:r>
              <a:rPr sz="3200" spc="-260" dirty="0">
                <a:latin typeface="Arial MT"/>
                <a:cs typeface="Arial MT"/>
              </a:rPr>
              <a:t> </a:t>
            </a:r>
            <a:r>
              <a:rPr sz="3200" spc="-40" dirty="0">
                <a:latin typeface="Arial MT"/>
                <a:cs typeface="Arial MT"/>
              </a:rPr>
              <a:t>fi</a:t>
            </a:r>
            <a:r>
              <a:rPr sz="3200" spc="-45" dirty="0">
                <a:latin typeface="Arial MT"/>
                <a:cs typeface="Arial MT"/>
              </a:rPr>
              <a:t>e</a:t>
            </a:r>
            <a:r>
              <a:rPr sz="3200" spc="-40" dirty="0">
                <a:latin typeface="Arial MT"/>
                <a:cs typeface="Arial MT"/>
              </a:rPr>
              <a:t>l</a:t>
            </a:r>
            <a:r>
              <a:rPr sz="3200" dirty="0">
                <a:latin typeface="Arial MT"/>
                <a:cs typeface="Arial MT"/>
              </a:rPr>
              <a:t>d</a:t>
            </a:r>
            <a:r>
              <a:rPr sz="3200" spc="-275" dirty="0">
                <a:latin typeface="Arial MT"/>
                <a:cs typeface="Arial MT"/>
              </a:rPr>
              <a:t> </a:t>
            </a:r>
            <a:r>
              <a:rPr sz="3200" spc="-55" dirty="0">
                <a:latin typeface="Arial MT"/>
                <a:cs typeface="Arial MT"/>
              </a:rPr>
              <a:t>e</a:t>
            </a:r>
            <a:r>
              <a:rPr sz="3200" spc="-114" dirty="0">
                <a:latin typeface="Arial MT"/>
                <a:cs typeface="Arial MT"/>
              </a:rPr>
              <a:t>f</a:t>
            </a:r>
            <a:r>
              <a:rPr sz="3200" spc="-55" dirty="0">
                <a:latin typeface="Arial MT"/>
                <a:cs typeface="Arial MT"/>
              </a:rPr>
              <a:t>fe</a:t>
            </a:r>
            <a:r>
              <a:rPr sz="3200" spc="-45" dirty="0">
                <a:latin typeface="Arial MT"/>
                <a:cs typeface="Arial MT"/>
              </a:rPr>
              <a:t>c</a:t>
            </a:r>
            <a:r>
              <a:rPr sz="3200" dirty="0">
                <a:latin typeface="Arial MT"/>
                <a:cs typeface="Arial MT"/>
              </a:rPr>
              <a:t>t</a:t>
            </a:r>
            <a:endParaRPr sz="3200">
              <a:latin typeface="Arial MT"/>
              <a:cs typeface="Arial MT"/>
            </a:endParaRPr>
          </a:p>
          <a:p>
            <a:pPr marL="294005">
              <a:lnSpc>
                <a:spcPts val="3720"/>
              </a:lnSpc>
            </a:pPr>
            <a:r>
              <a:rPr sz="3200" spc="-100" dirty="0">
                <a:latin typeface="Arial MT"/>
                <a:cs typeface="Arial MT"/>
              </a:rPr>
              <a:t>tr</a:t>
            </a:r>
            <a:r>
              <a:rPr sz="3200" spc="-105" dirty="0">
                <a:latin typeface="Arial MT"/>
                <a:cs typeface="Arial MT"/>
              </a:rPr>
              <a:t>an</a:t>
            </a:r>
            <a:r>
              <a:rPr sz="3200" spc="-90" dirty="0">
                <a:latin typeface="Arial MT"/>
                <a:cs typeface="Arial MT"/>
              </a:rPr>
              <a:t>s</a:t>
            </a:r>
            <a:r>
              <a:rPr sz="3200" spc="-100" dirty="0">
                <a:latin typeface="Arial MT"/>
                <a:cs typeface="Arial MT"/>
              </a:rPr>
              <a:t>i</a:t>
            </a:r>
            <a:r>
              <a:rPr sz="3200" spc="-105" dirty="0">
                <a:latin typeface="Arial MT"/>
                <a:cs typeface="Arial MT"/>
              </a:rPr>
              <a:t>s</a:t>
            </a:r>
            <a:r>
              <a:rPr sz="3200" spc="-100" dirty="0">
                <a:latin typeface="Arial MT"/>
                <a:cs typeface="Arial MT"/>
              </a:rPr>
              <a:t>t</a:t>
            </a:r>
            <a:r>
              <a:rPr sz="3200" spc="-114" dirty="0">
                <a:latin typeface="Arial MT"/>
                <a:cs typeface="Arial MT"/>
              </a:rPr>
              <a:t>o</a:t>
            </a:r>
            <a:r>
              <a:rPr sz="3200" spc="-110" dirty="0">
                <a:latin typeface="Arial MT"/>
                <a:cs typeface="Arial MT"/>
              </a:rPr>
              <a:t>r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315" dirty="0">
                <a:latin typeface="Arial MT"/>
                <a:cs typeface="Arial MT"/>
              </a:rPr>
              <a:t> (</a:t>
            </a:r>
            <a:r>
              <a:rPr sz="3200" spc="-320" dirty="0">
                <a:latin typeface="Arial MT"/>
                <a:cs typeface="Arial MT"/>
              </a:rPr>
              <a:t>M</a:t>
            </a:r>
            <a:r>
              <a:rPr sz="3200" spc="-310" dirty="0">
                <a:latin typeface="Arial MT"/>
                <a:cs typeface="Arial MT"/>
              </a:rPr>
              <a:t>O</a:t>
            </a:r>
            <a:r>
              <a:rPr sz="3200" spc="-315" dirty="0">
                <a:latin typeface="Arial MT"/>
                <a:cs typeface="Arial MT"/>
              </a:rPr>
              <a:t>SFE</a:t>
            </a:r>
            <a:r>
              <a:rPr sz="3200" spc="-675" dirty="0">
                <a:latin typeface="Arial MT"/>
                <a:cs typeface="Arial MT"/>
              </a:rPr>
              <a:t>T</a:t>
            </a:r>
            <a:r>
              <a:rPr sz="3200" spc="-310" dirty="0">
                <a:latin typeface="Arial MT"/>
                <a:cs typeface="Arial MT"/>
              </a:rPr>
              <a:t>s</a:t>
            </a:r>
            <a:r>
              <a:rPr sz="3200" spc="-315" dirty="0">
                <a:latin typeface="Arial MT"/>
                <a:cs typeface="Arial MT"/>
              </a:rPr>
              <a:t>)</a:t>
            </a:r>
            <a:r>
              <a:rPr sz="3200" dirty="0"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  <a:p>
            <a:pPr marL="294005" marR="5080" indent="-281940">
              <a:lnSpc>
                <a:spcPts val="3510"/>
              </a:lnSpc>
              <a:spcBef>
                <a:spcPts val="740"/>
              </a:spcBef>
              <a:buFont typeface="Arial MT"/>
              <a:buChar char="•"/>
              <a:tabLst>
                <a:tab pos="294640" algn="l"/>
              </a:tabLst>
            </a:pPr>
            <a:r>
              <a:rPr sz="3200" b="1" spc="-325" dirty="0">
                <a:latin typeface="Trebuchet MS"/>
                <a:cs typeface="Trebuchet MS"/>
              </a:rPr>
              <a:t>E</a:t>
            </a:r>
            <a:r>
              <a:rPr sz="3200" b="1" spc="-330" dirty="0">
                <a:latin typeface="Trebuchet MS"/>
                <a:cs typeface="Trebuchet MS"/>
              </a:rPr>
              <a:t>C</a:t>
            </a:r>
            <a:r>
              <a:rPr sz="3200" b="1" dirty="0">
                <a:latin typeface="Trebuchet MS"/>
                <a:cs typeface="Trebuchet MS"/>
              </a:rPr>
              <a:t>L</a:t>
            </a:r>
            <a:r>
              <a:rPr sz="3200" b="1" spc="-745" dirty="0">
                <a:latin typeface="Trebuchet MS"/>
                <a:cs typeface="Trebuchet MS"/>
              </a:rPr>
              <a:t> </a:t>
            </a:r>
            <a:r>
              <a:rPr sz="3200" dirty="0">
                <a:latin typeface="Arial MT"/>
                <a:cs typeface="Arial MT"/>
              </a:rPr>
              <a:t>–</a:t>
            </a:r>
            <a:r>
              <a:rPr sz="3200" spc="-39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e</a:t>
            </a:r>
            <a:r>
              <a:rPr sz="3200" spc="-15" dirty="0">
                <a:latin typeface="Arial MT"/>
                <a:cs typeface="Arial MT"/>
              </a:rPr>
              <a:t>m</a:t>
            </a:r>
            <a:r>
              <a:rPr sz="3200" spc="-20" dirty="0">
                <a:latin typeface="Arial MT"/>
                <a:cs typeface="Arial MT"/>
              </a:rPr>
              <a:t>itte</a:t>
            </a:r>
            <a:r>
              <a:rPr sz="3200" dirty="0">
                <a:latin typeface="Arial MT"/>
                <a:cs typeface="Arial MT"/>
              </a:rPr>
              <a:t>r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20" dirty="0">
                <a:latin typeface="Arial MT"/>
                <a:cs typeface="Arial MT"/>
              </a:rPr>
              <a:t>c</a:t>
            </a:r>
            <a:r>
              <a:rPr sz="3200" spc="-130" dirty="0">
                <a:latin typeface="Arial MT"/>
                <a:cs typeface="Arial MT"/>
              </a:rPr>
              <a:t>oup</a:t>
            </a:r>
            <a:r>
              <a:rPr sz="3200" spc="-125" dirty="0">
                <a:latin typeface="Arial MT"/>
                <a:cs typeface="Arial MT"/>
              </a:rPr>
              <a:t>l</a:t>
            </a:r>
            <a:r>
              <a:rPr sz="3200" spc="-130" dirty="0">
                <a:latin typeface="Arial MT"/>
                <a:cs typeface="Arial MT"/>
              </a:rPr>
              <a:t>e</a:t>
            </a:r>
            <a:r>
              <a:rPr sz="3200" dirty="0">
                <a:latin typeface="Arial MT"/>
                <a:cs typeface="Arial MT"/>
              </a:rPr>
              <a:t>d</a:t>
            </a:r>
            <a:r>
              <a:rPr sz="3200" spc="-290" dirty="0">
                <a:latin typeface="Arial MT"/>
                <a:cs typeface="Arial MT"/>
              </a:rPr>
              <a:t> </a:t>
            </a:r>
            <a:r>
              <a:rPr sz="3200" spc="-125" dirty="0">
                <a:latin typeface="Arial MT"/>
                <a:cs typeface="Arial MT"/>
              </a:rPr>
              <a:t>l</a:t>
            </a:r>
            <a:r>
              <a:rPr sz="3200" spc="-130" dirty="0">
                <a:latin typeface="Arial MT"/>
                <a:cs typeface="Arial MT"/>
              </a:rPr>
              <a:t>og</a:t>
            </a:r>
            <a:r>
              <a:rPr sz="3200" spc="-125" dirty="0">
                <a:latin typeface="Arial MT"/>
                <a:cs typeface="Arial MT"/>
              </a:rPr>
              <a:t>i</a:t>
            </a:r>
            <a:r>
              <a:rPr sz="3200" dirty="0">
                <a:latin typeface="Arial MT"/>
                <a:cs typeface="Arial MT"/>
              </a:rPr>
              <a:t>c</a:t>
            </a:r>
            <a:r>
              <a:rPr sz="3200" spc="-229" dirty="0">
                <a:latin typeface="Arial MT"/>
                <a:cs typeface="Arial MT"/>
              </a:rPr>
              <a:t> </a:t>
            </a:r>
            <a:r>
              <a:rPr sz="3200" spc="-215" dirty="0">
                <a:latin typeface="Arial MT"/>
                <a:cs typeface="Arial MT"/>
              </a:rPr>
              <a:t>ba</a:t>
            </a:r>
            <a:r>
              <a:rPr sz="3200" spc="-200" dirty="0">
                <a:latin typeface="Arial MT"/>
                <a:cs typeface="Arial MT"/>
              </a:rPr>
              <a:t>s</a:t>
            </a:r>
            <a:r>
              <a:rPr sz="3200" spc="-215" dirty="0">
                <a:latin typeface="Arial MT"/>
                <a:cs typeface="Arial MT"/>
              </a:rPr>
              <a:t>e</a:t>
            </a:r>
            <a:r>
              <a:rPr sz="3200" dirty="0">
                <a:latin typeface="Arial MT"/>
                <a:cs typeface="Arial MT"/>
              </a:rPr>
              <a:t>d</a:t>
            </a:r>
            <a:r>
              <a:rPr sz="3200" spc="-405" dirty="0">
                <a:latin typeface="Arial MT"/>
                <a:cs typeface="Arial MT"/>
              </a:rPr>
              <a:t> </a:t>
            </a:r>
            <a:r>
              <a:rPr sz="3200" spc="-105" dirty="0">
                <a:latin typeface="Arial MT"/>
                <a:cs typeface="Arial MT"/>
              </a:rPr>
              <a:t>o</a:t>
            </a:r>
            <a:r>
              <a:rPr sz="3200" dirty="0">
                <a:latin typeface="Arial MT"/>
                <a:cs typeface="Arial MT"/>
              </a:rPr>
              <a:t>n</a:t>
            </a:r>
            <a:r>
              <a:rPr sz="3200" spc="-415" dirty="0">
                <a:latin typeface="Arial MT"/>
                <a:cs typeface="Arial MT"/>
              </a:rPr>
              <a:t> </a:t>
            </a:r>
            <a:r>
              <a:rPr sz="3200" spc="-85" dirty="0">
                <a:latin typeface="Arial MT"/>
                <a:cs typeface="Arial MT"/>
              </a:rPr>
              <a:t>b</a:t>
            </a:r>
            <a:r>
              <a:rPr sz="3200" spc="-80" dirty="0">
                <a:latin typeface="Arial MT"/>
                <a:cs typeface="Arial MT"/>
              </a:rPr>
              <a:t>i</a:t>
            </a:r>
            <a:r>
              <a:rPr sz="3200" spc="-85" dirty="0">
                <a:latin typeface="Arial MT"/>
                <a:cs typeface="Arial MT"/>
              </a:rPr>
              <a:t>po</a:t>
            </a:r>
            <a:r>
              <a:rPr sz="3200" spc="-80" dirty="0">
                <a:latin typeface="Arial MT"/>
                <a:cs typeface="Arial MT"/>
              </a:rPr>
              <a:t>l</a:t>
            </a:r>
            <a:r>
              <a:rPr sz="3200" spc="-85" dirty="0">
                <a:latin typeface="Arial MT"/>
                <a:cs typeface="Arial MT"/>
              </a:rPr>
              <a:t>a</a:t>
            </a:r>
            <a:r>
              <a:rPr sz="3200" dirty="0">
                <a:latin typeface="Arial MT"/>
                <a:cs typeface="Arial MT"/>
              </a:rPr>
              <a:t>r  </a:t>
            </a:r>
            <a:r>
              <a:rPr sz="3200" spc="-90" dirty="0">
                <a:latin typeface="Arial MT"/>
                <a:cs typeface="Arial MT"/>
              </a:rPr>
              <a:t>transistors.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3421" y="120142"/>
            <a:ext cx="21405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rebuchet MS"/>
                <a:cs typeface="Trebuchet MS"/>
              </a:rPr>
              <a:t>Quiz</a:t>
            </a:r>
            <a:r>
              <a:rPr sz="4000" b="1" spc="-75" dirty="0">
                <a:latin typeface="Trebuchet MS"/>
                <a:cs typeface="Trebuchet MS"/>
              </a:rPr>
              <a:t> </a:t>
            </a:r>
            <a:r>
              <a:rPr sz="4000" b="1" spc="-5" dirty="0">
                <a:latin typeface="Trebuchet MS"/>
                <a:cs typeface="Trebuchet MS"/>
              </a:rPr>
              <a:t>poll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5083" y="1588973"/>
            <a:ext cx="6430645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What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full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CMOS.</a:t>
            </a:r>
            <a:endParaRPr sz="24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lphaUcPeriod"/>
              <a:tabLst>
                <a:tab pos="469265" algn="l"/>
                <a:tab pos="469900" algn="l"/>
              </a:tabLst>
            </a:pPr>
            <a:r>
              <a:rPr sz="2400" spc="-5" dirty="0">
                <a:latin typeface="Arial MT"/>
                <a:cs typeface="Arial MT"/>
              </a:rPr>
              <a:t>Compact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metal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oxide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semiconductor.</a:t>
            </a:r>
            <a:endParaRPr sz="24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buAutoNum type="alphaUcPeriod"/>
              <a:tabLst>
                <a:tab pos="469265" algn="l"/>
                <a:tab pos="469900" algn="l"/>
              </a:tabLst>
            </a:pPr>
            <a:r>
              <a:rPr sz="2400" spc="-5" dirty="0">
                <a:latin typeface="Arial MT"/>
                <a:cs typeface="Arial MT"/>
              </a:rPr>
              <a:t>Complementary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metal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oxide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semiconductor.</a:t>
            </a:r>
            <a:endParaRPr sz="24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buAutoNum type="alphaUcPeriod"/>
              <a:tabLst>
                <a:tab pos="469265" algn="l"/>
                <a:tab pos="469900" algn="l"/>
              </a:tabLst>
            </a:pPr>
            <a:r>
              <a:rPr sz="2400" spc="-5" dirty="0">
                <a:latin typeface="Arial MT"/>
                <a:cs typeface="Arial MT"/>
              </a:rPr>
              <a:t>Complementary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MOSFET.</a:t>
            </a:r>
            <a:endParaRPr sz="24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buAutoNum type="alphaUcPeriod"/>
              <a:tabLst>
                <a:tab pos="469265" algn="l"/>
                <a:tab pos="469900" algn="l"/>
              </a:tabLst>
            </a:pPr>
            <a:r>
              <a:rPr sz="2400" spc="-5" dirty="0">
                <a:latin typeface="Arial MT"/>
                <a:cs typeface="Arial MT"/>
              </a:rPr>
              <a:t>Compact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MOSFET.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1585925"/>
            <a:ext cx="7636509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TTL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transistor–transistor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logic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because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logic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gating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amplifying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performed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endParaRPr sz="2400">
              <a:latin typeface="Times New Roman"/>
              <a:cs typeface="Times New Roman"/>
            </a:endParaRPr>
          </a:p>
          <a:p>
            <a:pPr marL="325755" indent="-313690">
              <a:lnSpc>
                <a:spcPct val="100000"/>
              </a:lnSpc>
              <a:buAutoNum type="alphaLcParenR"/>
              <a:tabLst>
                <a:tab pos="326390" algn="l"/>
              </a:tabLst>
            </a:pPr>
            <a:r>
              <a:rPr sz="2400" spc="-5" dirty="0">
                <a:latin typeface="Times New Roman"/>
                <a:cs typeface="Times New Roman"/>
              </a:rPr>
              <a:t>Resistors</a:t>
            </a:r>
            <a:endParaRPr sz="2400">
              <a:latin typeface="Times New Roman"/>
              <a:cs typeface="Times New Roman"/>
            </a:endParaRPr>
          </a:p>
          <a:p>
            <a:pPr marL="342265" indent="-330200">
              <a:lnSpc>
                <a:spcPct val="100000"/>
              </a:lnSpc>
              <a:buAutoNum type="alphaLcParenR"/>
              <a:tabLst>
                <a:tab pos="342900" algn="l"/>
              </a:tabLst>
            </a:pPr>
            <a:r>
              <a:rPr sz="2400" dirty="0">
                <a:latin typeface="Times New Roman"/>
                <a:cs typeface="Times New Roman"/>
              </a:rPr>
              <a:t>Transistors</a:t>
            </a:r>
            <a:endParaRPr sz="2400">
              <a:latin typeface="Times New Roman"/>
              <a:cs typeface="Times New Roman"/>
            </a:endParaRPr>
          </a:p>
          <a:p>
            <a:pPr marL="325120" indent="-313055">
              <a:lnSpc>
                <a:spcPct val="100000"/>
              </a:lnSpc>
              <a:buAutoNum type="alphaLcParenR"/>
              <a:tabLst>
                <a:tab pos="325755" algn="l"/>
              </a:tabLst>
            </a:pPr>
            <a:r>
              <a:rPr sz="2400" dirty="0">
                <a:latin typeface="Times New Roman"/>
                <a:cs typeface="Times New Roman"/>
              </a:rPr>
              <a:t>Bipolar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junction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transistors</a:t>
            </a:r>
            <a:endParaRPr sz="2400">
              <a:latin typeface="Times New Roman"/>
              <a:cs typeface="Times New Roman"/>
            </a:endParaRPr>
          </a:p>
          <a:p>
            <a:pPr marL="342265" indent="-330200">
              <a:lnSpc>
                <a:spcPct val="100000"/>
              </a:lnSpc>
              <a:buAutoNum type="alphaLcParenR"/>
              <a:tabLst>
                <a:tab pos="342900" algn="l"/>
              </a:tabLst>
            </a:pPr>
            <a:r>
              <a:rPr sz="2400" dirty="0">
                <a:latin typeface="Times New Roman"/>
                <a:cs typeface="Times New Roman"/>
              </a:rPr>
              <a:t>Resistors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transistors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respectively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62858" y="46431"/>
            <a:ext cx="20161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Quiz</a:t>
            </a:r>
            <a:r>
              <a:rPr sz="4000" b="1" spc="-7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poll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6498" y="189992"/>
            <a:ext cx="7665084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3390" marR="5080" indent="-2981325">
              <a:lnSpc>
                <a:spcPct val="100000"/>
              </a:lnSpc>
              <a:spcBef>
                <a:spcPts val="95"/>
              </a:spcBef>
            </a:pPr>
            <a:r>
              <a:rPr sz="4000" spc="-210" dirty="0"/>
              <a:t>Genera</a:t>
            </a:r>
            <a:r>
              <a:rPr sz="4000" spc="-5" dirty="0"/>
              <a:t>l</a:t>
            </a:r>
            <a:r>
              <a:rPr sz="4000" spc="-434" dirty="0"/>
              <a:t> </a:t>
            </a:r>
            <a:r>
              <a:rPr sz="4000" spc="-190" dirty="0"/>
              <a:t>C</a:t>
            </a:r>
            <a:r>
              <a:rPr sz="4000" spc="-185" dirty="0"/>
              <a:t>haracteristic</a:t>
            </a:r>
            <a:r>
              <a:rPr sz="4000" spc="-5" dirty="0"/>
              <a:t>s</a:t>
            </a:r>
            <a:r>
              <a:rPr sz="4000" spc="-335" dirty="0"/>
              <a:t> </a:t>
            </a:r>
            <a:r>
              <a:rPr sz="4000" spc="-20" dirty="0"/>
              <a:t>o</a:t>
            </a:r>
            <a:r>
              <a:rPr sz="4000" spc="-5" dirty="0"/>
              <a:t>f</a:t>
            </a:r>
            <a:r>
              <a:rPr sz="4000" spc="-20" dirty="0"/>
              <a:t> </a:t>
            </a:r>
            <a:r>
              <a:rPr sz="4000" spc="-320" dirty="0"/>
              <a:t>B</a:t>
            </a:r>
            <a:r>
              <a:rPr sz="4000" spc="-325" dirty="0"/>
              <a:t>a</a:t>
            </a:r>
            <a:r>
              <a:rPr sz="4000" spc="-315" dirty="0"/>
              <a:t>s</a:t>
            </a:r>
            <a:r>
              <a:rPr sz="4000" spc="-320" dirty="0"/>
              <a:t>i</a:t>
            </a:r>
            <a:r>
              <a:rPr sz="4000" spc="-5" dirty="0"/>
              <a:t>c</a:t>
            </a:r>
            <a:r>
              <a:rPr sz="4000" spc="-770" dirty="0"/>
              <a:t> </a:t>
            </a:r>
            <a:r>
              <a:rPr sz="4000" spc="-270" dirty="0"/>
              <a:t>Logi</a:t>
            </a:r>
            <a:r>
              <a:rPr sz="4000" spc="-5" dirty="0"/>
              <a:t>c  </a:t>
            </a:r>
            <a:r>
              <a:rPr sz="4000" spc="-185" dirty="0"/>
              <a:t>Families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90804" y="1610308"/>
            <a:ext cx="8049895" cy="33343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94005" marR="5080" indent="-281940" algn="just">
              <a:lnSpc>
                <a:spcPct val="91100"/>
              </a:lnSpc>
              <a:spcBef>
                <a:spcPts val="445"/>
              </a:spcBef>
              <a:buChar char="•"/>
              <a:tabLst>
                <a:tab pos="294640" algn="l"/>
              </a:tabLst>
            </a:pPr>
            <a:r>
              <a:rPr sz="3200" spc="-300" dirty="0">
                <a:latin typeface="Arial MT"/>
                <a:cs typeface="Arial MT"/>
              </a:rPr>
              <a:t>CMOS</a:t>
            </a:r>
            <a:r>
              <a:rPr sz="3200" spc="-295" dirty="0">
                <a:latin typeface="Arial MT"/>
                <a:cs typeface="Arial MT"/>
              </a:rPr>
              <a:t> </a:t>
            </a:r>
            <a:r>
              <a:rPr sz="3200" spc="-180" dirty="0">
                <a:latin typeface="Arial MT"/>
                <a:cs typeface="Arial MT"/>
              </a:rPr>
              <a:t>consumes</a:t>
            </a:r>
            <a:r>
              <a:rPr sz="3200" spc="-175" dirty="0">
                <a:latin typeface="Arial MT"/>
                <a:cs typeface="Arial MT"/>
              </a:rPr>
              <a:t> </a:t>
            </a:r>
            <a:r>
              <a:rPr sz="3200" spc="-90" dirty="0">
                <a:latin typeface="Arial MT"/>
                <a:cs typeface="Arial MT"/>
              </a:rPr>
              <a:t>very</a:t>
            </a:r>
            <a:r>
              <a:rPr sz="3200" spc="710" dirty="0">
                <a:latin typeface="Arial MT"/>
                <a:cs typeface="Arial MT"/>
              </a:rPr>
              <a:t> </a:t>
            </a:r>
            <a:r>
              <a:rPr sz="3200" spc="25" dirty="0">
                <a:latin typeface="Arial MT"/>
                <a:cs typeface="Arial MT"/>
              </a:rPr>
              <a:t>little</a:t>
            </a:r>
            <a:r>
              <a:rPr sz="3200" spc="30" dirty="0">
                <a:latin typeface="Arial MT"/>
                <a:cs typeface="Arial MT"/>
              </a:rPr>
              <a:t> </a:t>
            </a:r>
            <a:r>
              <a:rPr sz="3200" spc="-105" dirty="0">
                <a:latin typeface="Arial MT"/>
                <a:cs typeface="Arial MT"/>
              </a:rPr>
              <a:t>power,</a:t>
            </a:r>
            <a:r>
              <a:rPr sz="3200" spc="-100" dirty="0">
                <a:latin typeface="Arial MT"/>
                <a:cs typeface="Arial MT"/>
              </a:rPr>
              <a:t> </a:t>
            </a:r>
            <a:r>
              <a:rPr sz="3200" spc="-250" dirty="0">
                <a:latin typeface="Arial MT"/>
                <a:cs typeface="Arial MT"/>
              </a:rPr>
              <a:t>has </a:t>
            </a:r>
            <a:r>
              <a:rPr sz="3200" spc="-245" dirty="0">
                <a:latin typeface="Arial MT"/>
                <a:cs typeface="Arial MT"/>
              </a:rPr>
              <a:t> </a:t>
            </a:r>
            <a:r>
              <a:rPr sz="3200" spc="-100" dirty="0">
                <a:latin typeface="Arial MT"/>
                <a:cs typeface="Arial MT"/>
              </a:rPr>
              <a:t>excellent </a:t>
            </a:r>
            <a:r>
              <a:rPr sz="3200" spc="-120" dirty="0">
                <a:latin typeface="Arial MT"/>
                <a:cs typeface="Arial MT"/>
              </a:rPr>
              <a:t>noise </a:t>
            </a:r>
            <a:r>
              <a:rPr sz="3200" spc="-80" dirty="0">
                <a:latin typeface="Arial MT"/>
                <a:cs typeface="Arial MT"/>
              </a:rPr>
              <a:t>immunity, </a:t>
            </a:r>
            <a:r>
              <a:rPr sz="3200" spc="-105" dirty="0">
                <a:latin typeface="Arial MT"/>
                <a:cs typeface="Arial MT"/>
              </a:rPr>
              <a:t>and </a:t>
            </a:r>
            <a:r>
              <a:rPr sz="3200" spc="-90" dirty="0">
                <a:latin typeface="Arial MT"/>
                <a:cs typeface="Arial MT"/>
              </a:rPr>
              <a:t>is </a:t>
            </a:r>
            <a:r>
              <a:rPr sz="3200" spc="-150" dirty="0">
                <a:latin typeface="Arial MT"/>
                <a:cs typeface="Arial MT"/>
              </a:rPr>
              <a:t>used </a:t>
            </a:r>
            <a:r>
              <a:rPr sz="3200" dirty="0">
                <a:latin typeface="Arial MT"/>
                <a:cs typeface="Arial MT"/>
              </a:rPr>
              <a:t>with a 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85" dirty="0">
                <a:latin typeface="Arial MT"/>
                <a:cs typeface="Arial MT"/>
              </a:rPr>
              <a:t>w</a:t>
            </a:r>
            <a:r>
              <a:rPr sz="3200" spc="-90" dirty="0">
                <a:latin typeface="Arial MT"/>
                <a:cs typeface="Arial MT"/>
              </a:rPr>
              <a:t>id</a:t>
            </a:r>
            <a:r>
              <a:rPr sz="3200" dirty="0">
                <a:latin typeface="Arial MT"/>
                <a:cs typeface="Arial MT"/>
              </a:rPr>
              <a:t>e</a:t>
            </a:r>
            <a:r>
              <a:rPr sz="3200" spc="-155" dirty="0">
                <a:latin typeface="Arial MT"/>
                <a:cs typeface="Arial MT"/>
              </a:rPr>
              <a:t> r</a:t>
            </a:r>
            <a:r>
              <a:rPr sz="3200" spc="-165" dirty="0">
                <a:latin typeface="Arial MT"/>
                <a:cs typeface="Arial MT"/>
              </a:rPr>
              <a:t>ang</a:t>
            </a:r>
            <a:r>
              <a:rPr sz="3200" dirty="0">
                <a:latin typeface="Arial MT"/>
                <a:cs typeface="Arial MT"/>
              </a:rPr>
              <a:t>e</a:t>
            </a:r>
            <a:r>
              <a:rPr sz="3200" spc="-36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o</a:t>
            </a:r>
            <a:r>
              <a:rPr sz="3200" dirty="0">
                <a:latin typeface="Arial MT"/>
                <a:cs typeface="Arial MT"/>
              </a:rPr>
              <a:t>f</a:t>
            </a:r>
            <a:r>
              <a:rPr sz="3200" spc="-305" dirty="0">
                <a:latin typeface="Arial MT"/>
                <a:cs typeface="Arial MT"/>
              </a:rPr>
              <a:t> </a:t>
            </a:r>
            <a:r>
              <a:rPr sz="3200" spc="-135" dirty="0">
                <a:latin typeface="Arial MT"/>
                <a:cs typeface="Arial MT"/>
              </a:rPr>
              <a:t>v</a:t>
            </a:r>
            <a:r>
              <a:rPr sz="3200" spc="-150" dirty="0">
                <a:latin typeface="Arial MT"/>
                <a:cs typeface="Arial MT"/>
              </a:rPr>
              <a:t>oltages</a:t>
            </a:r>
            <a:r>
              <a:rPr sz="3200" dirty="0"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  <a:p>
            <a:pPr marL="294005" marR="27305" indent="-281940" algn="just">
              <a:lnSpc>
                <a:spcPts val="3510"/>
              </a:lnSpc>
              <a:spcBef>
                <a:spcPts val="660"/>
              </a:spcBef>
              <a:buChar char="•"/>
              <a:tabLst>
                <a:tab pos="294640" algn="l"/>
              </a:tabLst>
            </a:pPr>
            <a:r>
              <a:rPr sz="3200" spc="-280" dirty="0">
                <a:latin typeface="Arial MT"/>
                <a:cs typeface="Arial MT"/>
              </a:rPr>
              <a:t>TTL </a:t>
            </a:r>
            <a:r>
              <a:rPr sz="3200" spc="-140" dirty="0">
                <a:latin typeface="Arial MT"/>
                <a:cs typeface="Arial MT"/>
              </a:rPr>
              <a:t>can </a:t>
            </a:r>
            <a:r>
              <a:rPr sz="3200" spc="-70" dirty="0">
                <a:latin typeface="Arial MT"/>
                <a:cs typeface="Arial MT"/>
              </a:rPr>
              <a:t>drive </a:t>
            </a:r>
            <a:r>
              <a:rPr sz="3200" spc="-75" dirty="0">
                <a:latin typeface="Arial MT"/>
                <a:cs typeface="Arial MT"/>
              </a:rPr>
              <a:t>more </a:t>
            </a:r>
            <a:r>
              <a:rPr sz="3200" spc="-60" dirty="0">
                <a:latin typeface="Arial MT"/>
                <a:cs typeface="Arial MT"/>
              </a:rPr>
              <a:t>current </a:t>
            </a:r>
            <a:r>
              <a:rPr sz="3200" spc="-110" dirty="0">
                <a:latin typeface="Arial MT"/>
                <a:cs typeface="Arial MT"/>
              </a:rPr>
              <a:t>and </a:t>
            </a:r>
            <a:r>
              <a:rPr sz="3200" spc="-190" dirty="0">
                <a:latin typeface="Arial MT"/>
                <a:cs typeface="Arial MT"/>
              </a:rPr>
              <a:t>uses</a:t>
            </a:r>
            <a:r>
              <a:rPr sz="3200" spc="-185" dirty="0">
                <a:latin typeface="Arial MT"/>
                <a:cs typeface="Arial MT"/>
              </a:rPr>
              <a:t> </a:t>
            </a:r>
            <a:r>
              <a:rPr sz="3200" spc="-75" dirty="0">
                <a:latin typeface="Arial MT"/>
                <a:cs typeface="Arial MT"/>
              </a:rPr>
              <a:t>more 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spc="-80" dirty="0">
                <a:latin typeface="Arial MT"/>
                <a:cs typeface="Arial MT"/>
              </a:rPr>
              <a:t>po</a:t>
            </a:r>
            <a:r>
              <a:rPr sz="3200" spc="-75" dirty="0">
                <a:latin typeface="Arial MT"/>
                <a:cs typeface="Arial MT"/>
              </a:rPr>
              <a:t>w</a:t>
            </a:r>
            <a:r>
              <a:rPr sz="3200" spc="-80" dirty="0">
                <a:latin typeface="Arial MT"/>
                <a:cs typeface="Arial MT"/>
              </a:rPr>
              <a:t>e</a:t>
            </a:r>
            <a:r>
              <a:rPr sz="3200" dirty="0">
                <a:latin typeface="Arial MT"/>
                <a:cs typeface="Arial MT"/>
              </a:rPr>
              <a:t>r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75" dirty="0">
                <a:latin typeface="Arial MT"/>
                <a:cs typeface="Arial MT"/>
              </a:rPr>
              <a:t>t</a:t>
            </a:r>
            <a:r>
              <a:rPr sz="3200" spc="-80" dirty="0">
                <a:latin typeface="Arial MT"/>
                <a:cs typeface="Arial MT"/>
              </a:rPr>
              <a:t>ha</a:t>
            </a:r>
            <a:r>
              <a:rPr sz="3200" dirty="0">
                <a:latin typeface="Arial MT"/>
                <a:cs typeface="Arial MT"/>
              </a:rPr>
              <a:t>n</a:t>
            </a:r>
            <a:r>
              <a:rPr sz="3200" spc="-370" dirty="0">
                <a:latin typeface="Arial MT"/>
                <a:cs typeface="Arial MT"/>
              </a:rPr>
              <a:t> </a:t>
            </a:r>
            <a:r>
              <a:rPr sz="3200" spc="-335" dirty="0">
                <a:latin typeface="Arial MT"/>
                <a:cs typeface="Arial MT"/>
              </a:rPr>
              <a:t>C</a:t>
            </a:r>
            <a:r>
              <a:rPr sz="3200" spc="-340" dirty="0">
                <a:latin typeface="Arial MT"/>
                <a:cs typeface="Arial MT"/>
              </a:rPr>
              <a:t>M</a:t>
            </a:r>
            <a:r>
              <a:rPr sz="3200" spc="-335" dirty="0">
                <a:latin typeface="Arial MT"/>
                <a:cs typeface="Arial MT"/>
              </a:rPr>
              <a:t>OS</a:t>
            </a:r>
            <a:r>
              <a:rPr sz="3200" dirty="0"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  <a:p>
            <a:pPr marL="294005" marR="17780" indent="-281940" algn="just">
              <a:lnSpc>
                <a:spcPts val="3500"/>
              </a:lnSpc>
              <a:spcBef>
                <a:spcPts val="585"/>
              </a:spcBef>
              <a:buChar char="•"/>
              <a:tabLst>
                <a:tab pos="294640" algn="l"/>
              </a:tabLst>
            </a:pPr>
            <a:r>
              <a:rPr sz="3200" spc="-545" dirty="0">
                <a:latin typeface="Arial MT"/>
                <a:cs typeface="Arial MT"/>
              </a:rPr>
              <a:t>E</a:t>
            </a:r>
            <a:r>
              <a:rPr sz="3200" spc="-540" dirty="0">
                <a:latin typeface="Arial MT"/>
                <a:cs typeface="Arial MT"/>
              </a:rPr>
              <a:t>C</a:t>
            </a:r>
            <a:r>
              <a:rPr sz="3200" spc="210" dirty="0">
                <a:latin typeface="Arial MT"/>
                <a:cs typeface="Arial MT"/>
              </a:rPr>
              <a:t>L</a:t>
            </a:r>
            <a:r>
              <a:rPr sz="3200" spc="-175" dirty="0">
                <a:latin typeface="Arial MT"/>
                <a:cs typeface="Arial MT"/>
              </a:rPr>
              <a:t>i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100" dirty="0">
                <a:latin typeface="Arial MT"/>
                <a:cs typeface="Arial MT"/>
              </a:rPr>
              <a:t>f</a:t>
            </a:r>
            <a:r>
              <a:rPr sz="3200" spc="-105" dirty="0">
                <a:latin typeface="Arial MT"/>
                <a:cs typeface="Arial MT"/>
              </a:rPr>
              <a:t>a</a:t>
            </a:r>
            <a:r>
              <a:rPr sz="3200" spc="-80" dirty="0">
                <a:latin typeface="Arial MT"/>
                <a:cs typeface="Arial MT"/>
              </a:rPr>
              <a:t>s</a:t>
            </a:r>
            <a:r>
              <a:rPr sz="3200" spc="-100" dirty="0">
                <a:latin typeface="Arial MT"/>
                <a:cs typeface="Arial MT"/>
              </a:rPr>
              <a:t>t</a:t>
            </a:r>
            <a:r>
              <a:rPr sz="3200" dirty="0">
                <a:latin typeface="Arial MT"/>
                <a:cs typeface="Arial MT"/>
              </a:rPr>
              <a:t>,</a:t>
            </a:r>
            <a:r>
              <a:rPr sz="3200" spc="-100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w</a:t>
            </a:r>
            <a:r>
              <a:rPr sz="3200" dirty="0">
                <a:latin typeface="Arial MT"/>
                <a:cs typeface="Arial MT"/>
              </a:rPr>
              <a:t>i</a:t>
            </a:r>
            <a:r>
              <a:rPr sz="3200" spc="15" dirty="0">
                <a:latin typeface="Arial MT"/>
                <a:cs typeface="Arial MT"/>
              </a:rPr>
              <a:t>t</a:t>
            </a:r>
            <a:r>
              <a:rPr sz="3200" dirty="0">
                <a:latin typeface="Arial MT"/>
                <a:cs typeface="Arial MT"/>
              </a:rPr>
              <a:t>h</a:t>
            </a:r>
            <a:r>
              <a:rPr sz="3200" spc="20" dirty="0">
                <a:latin typeface="Arial MT"/>
                <a:cs typeface="Arial MT"/>
              </a:rPr>
              <a:t> </a:t>
            </a:r>
            <a:r>
              <a:rPr sz="3200" spc="-80" dirty="0">
                <a:latin typeface="Arial MT"/>
                <a:cs typeface="Arial MT"/>
              </a:rPr>
              <a:t>p</a:t>
            </a:r>
            <a:r>
              <a:rPr sz="3200" spc="-65" dirty="0">
                <a:latin typeface="Arial MT"/>
                <a:cs typeface="Arial MT"/>
              </a:rPr>
              <a:t>o</a:t>
            </a:r>
            <a:r>
              <a:rPr sz="3200" spc="-80" dirty="0">
                <a:latin typeface="Arial MT"/>
                <a:cs typeface="Arial MT"/>
              </a:rPr>
              <a:t>o</a:t>
            </a:r>
            <a:r>
              <a:rPr sz="3200" dirty="0">
                <a:latin typeface="Arial MT"/>
                <a:cs typeface="Arial MT"/>
              </a:rPr>
              <a:t>r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spc="-165" dirty="0">
                <a:latin typeface="Arial MT"/>
                <a:cs typeface="Arial MT"/>
              </a:rPr>
              <a:t>n</a:t>
            </a:r>
            <a:r>
              <a:rPr sz="3200" spc="-155" dirty="0">
                <a:latin typeface="Arial MT"/>
                <a:cs typeface="Arial MT"/>
              </a:rPr>
              <a:t>o</a:t>
            </a:r>
            <a:r>
              <a:rPr sz="3200" spc="-150" dirty="0">
                <a:latin typeface="Arial MT"/>
                <a:cs typeface="Arial MT"/>
              </a:rPr>
              <a:t>i</a:t>
            </a:r>
            <a:r>
              <a:rPr sz="3200" spc="-140" dirty="0">
                <a:latin typeface="Arial MT"/>
                <a:cs typeface="Arial MT"/>
              </a:rPr>
              <a:t>s</a:t>
            </a:r>
            <a:r>
              <a:rPr sz="3200" dirty="0">
                <a:latin typeface="Arial MT"/>
                <a:cs typeface="Arial MT"/>
              </a:rPr>
              <a:t>e</a:t>
            </a:r>
            <a:r>
              <a:rPr sz="3200" spc="-165" dirty="0">
                <a:latin typeface="Arial MT"/>
                <a:cs typeface="Arial MT"/>
              </a:rPr>
              <a:t> </a:t>
            </a:r>
            <a:r>
              <a:rPr sz="3200" spc="-55" dirty="0">
                <a:latin typeface="Arial MT"/>
                <a:cs typeface="Arial MT"/>
              </a:rPr>
              <a:t>immuni</a:t>
            </a:r>
            <a:r>
              <a:rPr sz="3200" spc="-65" dirty="0">
                <a:latin typeface="Arial MT"/>
                <a:cs typeface="Arial MT"/>
              </a:rPr>
              <a:t>t</a:t>
            </a:r>
            <a:r>
              <a:rPr sz="3200" dirty="0">
                <a:latin typeface="Arial MT"/>
                <a:cs typeface="Arial MT"/>
              </a:rPr>
              <a:t>y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65" dirty="0">
                <a:latin typeface="Arial MT"/>
                <a:cs typeface="Arial MT"/>
              </a:rPr>
              <a:t>an</a:t>
            </a:r>
            <a:r>
              <a:rPr sz="3200" dirty="0">
                <a:latin typeface="Arial MT"/>
                <a:cs typeface="Arial MT"/>
              </a:rPr>
              <a:t>d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125" dirty="0">
                <a:latin typeface="Arial MT"/>
                <a:cs typeface="Arial MT"/>
              </a:rPr>
              <a:t>hi</a:t>
            </a:r>
            <a:r>
              <a:rPr sz="3200" spc="-114" dirty="0">
                <a:latin typeface="Arial MT"/>
                <a:cs typeface="Arial MT"/>
              </a:rPr>
              <a:t>g</a:t>
            </a:r>
            <a:r>
              <a:rPr sz="3200" dirty="0">
                <a:latin typeface="Arial MT"/>
                <a:cs typeface="Arial MT"/>
              </a:rPr>
              <a:t>h  </a:t>
            </a:r>
            <a:r>
              <a:rPr sz="3200" spc="-85" dirty="0">
                <a:latin typeface="Arial MT"/>
                <a:cs typeface="Arial MT"/>
              </a:rPr>
              <a:t>po</a:t>
            </a:r>
            <a:r>
              <a:rPr sz="3200" spc="-75" dirty="0">
                <a:latin typeface="Arial MT"/>
                <a:cs typeface="Arial MT"/>
              </a:rPr>
              <a:t>w</a:t>
            </a:r>
            <a:r>
              <a:rPr sz="3200" spc="-85" dirty="0">
                <a:latin typeface="Arial MT"/>
                <a:cs typeface="Arial MT"/>
              </a:rPr>
              <a:t>e</a:t>
            </a:r>
            <a:r>
              <a:rPr sz="3200" dirty="0">
                <a:latin typeface="Arial MT"/>
                <a:cs typeface="Arial MT"/>
              </a:rPr>
              <a:t>r</a:t>
            </a:r>
            <a:r>
              <a:rPr sz="3200" spc="-275" dirty="0">
                <a:latin typeface="Arial MT"/>
                <a:cs typeface="Arial MT"/>
              </a:rPr>
              <a:t> </a:t>
            </a:r>
            <a:r>
              <a:rPr sz="3200" spc="-105" dirty="0">
                <a:latin typeface="Arial MT"/>
                <a:cs typeface="Arial MT"/>
              </a:rPr>
              <a:t>c</a:t>
            </a:r>
            <a:r>
              <a:rPr sz="3200" spc="-120" dirty="0">
                <a:latin typeface="Arial MT"/>
                <a:cs typeface="Arial MT"/>
              </a:rPr>
              <a:t>on</a:t>
            </a:r>
            <a:r>
              <a:rPr sz="3200" spc="-105" dirty="0">
                <a:latin typeface="Arial MT"/>
                <a:cs typeface="Arial MT"/>
              </a:rPr>
              <a:t>s</a:t>
            </a:r>
            <a:r>
              <a:rPr sz="3200" spc="-120" dirty="0">
                <a:latin typeface="Arial MT"/>
                <a:cs typeface="Arial MT"/>
              </a:rPr>
              <a:t>u</a:t>
            </a:r>
            <a:r>
              <a:rPr sz="3200" spc="-114" dirty="0">
                <a:latin typeface="Arial MT"/>
                <a:cs typeface="Arial MT"/>
              </a:rPr>
              <a:t>m</a:t>
            </a:r>
            <a:r>
              <a:rPr sz="3200" spc="-120" dirty="0">
                <a:latin typeface="Arial MT"/>
                <a:cs typeface="Arial MT"/>
              </a:rPr>
              <a:t>p</a:t>
            </a:r>
            <a:r>
              <a:rPr sz="3200" spc="-114" dirty="0">
                <a:latin typeface="Arial MT"/>
                <a:cs typeface="Arial MT"/>
              </a:rPr>
              <a:t>ti</a:t>
            </a:r>
            <a:r>
              <a:rPr sz="3200" spc="-120" dirty="0">
                <a:latin typeface="Arial MT"/>
                <a:cs typeface="Arial MT"/>
              </a:rPr>
              <a:t>o</a:t>
            </a:r>
            <a:r>
              <a:rPr sz="3200" spc="-110" dirty="0">
                <a:latin typeface="Arial MT"/>
                <a:cs typeface="Arial MT"/>
              </a:rPr>
              <a:t>n</a:t>
            </a:r>
            <a:r>
              <a:rPr sz="3200" dirty="0"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3441" y="99186"/>
            <a:ext cx="18167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Times New Roman"/>
                <a:cs typeface="Times New Roman"/>
              </a:rPr>
              <a:t>Quiz</a:t>
            </a:r>
            <a:r>
              <a:rPr sz="3600" b="1" spc="-55" dirty="0">
                <a:latin typeface="Times New Roman"/>
                <a:cs typeface="Times New Roman"/>
              </a:rPr>
              <a:t> </a:t>
            </a:r>
            <a:r>
              <a:rPr sz="3600" b="1" spc="-5" dirty="0">
                <a:latin typeface="Times New Roman"/>
                <a:cs typeface="Times New Roman"/>
              </a:rPr>
              <a:t>poll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5083" y="1584401"/>
            <a:ext cx="7672070" cy="246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4320540" algn="l"/>
              </a:tabLst>
            </a:pPr>
            <a:r>
              <a:rPr sz="3200" dirty="0">
                <a:latin typeface="Arial MT"/>
                <a:cs typeface="Arial MT"/>
              </a:rPr>
              <a:t>TTL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used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3200" spc="-5" dirty="0">
                <a:latin typeface="Arial MT"/>
                <a:cs typeface="Arial MT"/>
              </a:rPr>
              <a:t>power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compare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CMOS.</a:t>
            </a:r>
            <a:endParaRPr sz="3200">
              <a:latin typeface="Arial MT"/>
              <a:cs typeface="Arial MT"/>
            </a:endParaRPr>
          </a:p>
          <a:p>
            <a:pPr marL="527685" indent="-515620">
              <a:lnSpc>
                <a:spcPct val="100000"/>
              </a:lnSpc>
              <a:spcBef>
                <a:spcPts val="5"/>
              </a:spcBef>
              <a:buAutoNum type="alphaUcPeriod"/>
              <a:tabLst>
                <a:tab pos="528320" algn="l"/>
              </a:tabLst>
            </a:pPr>
            <a:r>
              <a:rPr sz="3200" spc="-5" dirty="0">
                <a:latin typeface="Arial MT"/>
                <a:cs typeface="Arial MT"/>
              </a:rPr>
              <a:t>More</a:t>
            </a:r>
            <a:endParaRPr sz="3200">
              <a:latin typeface="Arial MT"/>
              <a:cs typeface="Arial MT"/>
            </a:endParaRPr>
          </a:p>
          <a:p>
            <a:pPr marL="527685" indent="-515620">
              <a:lnSpc>
                <a:spcPct val="100000"/>
              </a:lnSpc>
              <a:buAutoNum type="alphaUcPeriod"/>
              <a:tabLst>
                <a:tab pos="528320" algn="l"/>
              </a:tabLst>
            </a:pPr>
            <a:r>
              <a:rPr sz="3200" spc="-5" dirty="0">
                <a:latin typeface="Arial MT"/>
                <a:cs typeface="Arial MT"/>
              </a:rPr>
              <a:t>Less</a:t>
            </a:r>
            <a:endParaRPr sz="3200">
              <a:latin typeface="Arial MT"/>
              <a:cs typeface="Arial MT"/>
            </a:endParaRPr>
          </a:p>
          <a:p>
            <a:pPr marL="527685" indent="-515620">
              <a:lnSpc>
                <a:spcPct val="100000"/>
              </a:lnSpc>
              <a:buAutoNum type="alphaUcPeriod"/>
              <a:tabLst>
                <a:tab pos="528320" algn="l"/>
              </a:tabLst>
            </a:pPr>
            <a:r>
              <a:rPr sz="3200" spc="-5" dirty="0">
                <a:latin typeface="Arial MT"/>
                <a:cs typeface="Arial MT"/>
              </a:rPr>
              <a:t>Moderate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5496" y="0"/>
            <a:ext cx="603250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1025" marR="5080" indent="-568960">
              <a:lnSpc>
                <a:spcPct val="100000"/>
              </a:lnSpc>
              <a:spcBef>
                <a:spcPts val="95"/>
              </a:spcBef>
            </a:pPr>
            <a:r>
              <a:rPr sz="4000" b="1" spc="-229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4000" b="1" spc="-240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sz="4000" b="1" spc="-235" dirty="0">
                <a:solidFill>
                  <a:srgbClr val="0000FF"/>
                </a:solidFill>
                <a:latin typeface="Trebuchet MS"/>
                <a:cs typeface="Trebuchet MS"/>
              </a:rPr>
              <a:t>mp</a:t>
            </a:r>
            <a:r>
              <a:rPr sz="4000" b="1" spc="-240" dirty="0">
                <a:solidFill>
                  <a:srgbClr val="0000FF"/>
                </a:solidFill>
                <a:latin typeface="Trebuchet MS"/>
                <a:cs typeface="Trebuchet MS"/>
              </a:rPr>
              <a:t>le</a:t>
            </a:r>
            <a:r>
              <a:rPr sz="4000" b="1" spc="-235" dirty="0">
                <a:solidFill>
                  <a:srgbClr val="0000FF"/>
                </a:solidFill>
                <a:latin typeface="Trebuchet MS"/>
                <a:cs typeface="Trebuchet MS"/>
              </a:rPr>
              <a:t>m</a:t>
            </a:r>
            <a:r>
              <a:rPr sz="4000" b="1" spc="-240" dirty="0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sz="4000" b="1" spc="-229" dirty="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sz="4000" b="1" spc="-225" dirty="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sz="4000" b="1" spc="-229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4000" b="1" spc="-240" dirty="0">
                <a:solidFill>
                  <a:srgbClr val="0000FF"/>
                </a:solidFill>
                <a:latin typeface="Trebuchet MS"/>
                <a:cs typeface="Trebuchet MS"/>
              </a:rPr>
              <a:t>r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y</a:t>
            </a:r>
            <a:r>
              <a:rPr sz="4000" b="1" spc="-40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4000" b="1" spc="-215" dirty="0">
                <a:solidFill>
                  <a:srgbClr val="0000FF"/>
                </a:solidFill>
                <a:latin typeface="Trebuchet MS"/>
                <a:cs typeface="Trebuchet MS"/>
              </a:rPr>
              <a:t>met</a:t>
            </a:r>
            <a:r>
              <a:rPr sz="4000" b="1" spc="-220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4000" b="1" spc="-68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4000" b="1" spc="-250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sz="4000" b="1" spc="-245" dirty="0">
                <a:solidFill>
                  <a:srgbClr val="0000FF"/>
                </a:solidFill>
                <a:latin typeface="Trebuchet MS"/>
                <a:cs typeface="Trebuchet MS"/>
              </a:rPr>
              <a:t>x</a:t>
            </a:r>
            <a:r>
              <a:rPr sz="4000" b="1" spc="-250" dirty="0">
                <a:solidFill>
                  <a:srgbClr val="0000FF"/>
                </a:solidFill>
                <a:latin typeface="Trebuchet MS"/>
                <a:cs typeface="Trebuchet MS"/>
              </a:rPr>
              <a:t>id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e  </a:t>
            </a:r>
            <a:r>
              <a:rPr sz="4000" b="1" spc="-254" dirty="0">
                <a:solidFill>
                  <a:srgbClr val="0000FF"/>
                </a:solidFill>
                <a:latin typeface="Trebuchet MS"/>
                <a:cs typeface="Trebuchet MS"/>
              </a:rPr>
              <a:t>semi</a:t>
            </a:r>
            <a:r>
              <a:rPr sz="4000" b="1" spc="-24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4000" b="1" spc="-254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sz="4000" b="1" spc="-235" dirty="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sz="4000" b="1" spc="-254" dirty="0">
                <a:solidFill>
                  <a:srgbClr val="0000FF"/>
                </a:solidFill>
                <a:latin typeface="Trebuchet MS"/>
                <a:cs typeface="Trebuchet MS"/>
              </a:rPr>
              <a:t>d</a:t>
            </a:r>
            <a:r>
              <a:rPr sz="4000" b="1" spc="-235" dirty="0">
                <a:solidFill>
                  <a:srgbClr val="0000FF"/>
                </a:solidFill>
                <a:latin typeface="Trebuchet MS"/>
                <a:cs typeface="Trebuchet MS"/>
              </a:rPr>
              <a:t>u</a:t>
            </a:r>
            <a:r>
              <a:rPr sz="4000" b="1" spc="-24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4000" b="1" spc="-235" dirty="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sz="4000" b="1" spc="-245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r</a:t>
            </a:r>
            <a:r>
              <a:rPr sz="4000" b="1" spc="-49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4000" b="1" spc="-110" dirty="0">
                <a:solidFill>
                  <a:srgbClr val="0000FF"/>
                </a:solidFill>
                <a:latin typeface="Trebuchet MS"/>
                <a:cs typeface="Trebuchet MS"/>
              </a:rPr>
              <a:t>(</a:t>
            </a:r>
            <a:r>
              <a:rPr sz="4000" b="1" spc="-105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4000" b="1" spc="-110" dirty="0">
                <a:solidFill>
                  <a:srgbClr val="0000FF"/>
                </a:solidFill>
                <a:latin typeface="Trebuchet MS"/>
                <a:cs typeface="Trebuchet MS"/>
              </a:rPr>
              <a:t>MOS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)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7232" y="1105979"/>
            <a:ext cx="7675880" cy="4140200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005"/>
              </a:spcBef>
              <a:buChar char="–"/>
              <a:tabLst>
                <a:tab pos="319405" algn="l"/>
              </a:tabLst>
            </a:pPr>
            <a:r>
              <a:rPr sz="2800" spc="-65" dirty="0">
                <a:latin typeface="Arial MT"/>
                <a:cs typeface="Arial MT"/>
              </a:rPr>
              <a:t>most</a:t>
            </a:r>
            <a:r>
              <a:rPr sz="2800" spc="-175" dirty="0">
                <a:latin typeface="Arial MT"/>
                <a:cs typeface="Arial MT"/>
              </a:rPr>
              <a:t> </a:t>
            </a:r>
            <a:r>
              <a:rPr sz="2800" spc="-55" dirty="0">
                <a:latin typeface="Arial MT"/>
                <a:cs typeface="Arial MT"/>
              </a:rPr>
              <a:t>widely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125" dirty="0">
                <a:latin typeface="Arial MT"/>
                <a:cs typeface="Arial MT"/>
              </a:rPr>
              <a:t>used</a:t>
            </a:r>
            <a:r>
              <a:rPr sz="2800" spc="-320" dirty="0">
                <a:latin typeface="Arial MT"/>
                <a:cs typeface="Arial MT"/>
              </a:rPr>
              <a:t> </a:t>
            </a:r>
            <a:r>
              <a:rPr sz="2800" spc="-55" dirty="0">
                <a:latin typeface="Arial MT"/>
                <a:cs typeface="Arial MT"/>
              </a:rPr>
              <a:t>family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for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spc="-130" dirty="0">
                <a:latin typeface="Arial MT"/>
                <a:cs typeface="Arial MT"/>
              </a:rPr>
              <a:t>large-scaledevices</a:t>
            </a:r>
            <a:endParaRPr sz="2800">
              <a:latin typeface="Arial MT"/>
              <a:cs typeface="Arial MT"/>
            </a:endParaRPr>
          </a:p>
          <a:p>
            <a:pPr marL="318770" indent="-306705">
              <a:lnSpc>
                <a:spcPct val="100000"/>
              </a:lnSpc>
              <a:spcBef>
                <a:spcPts val="900"/>
              </a:spcBef>
              <a:buChar char="–"/>
              <a:tabLst>
                <a:tab pos="319405" algn="l"/>
              </a:tabLst>
            </a:pPr>
            <a:r>
              <a:rPr sz="2800" spc="-120" dirty="0">
                <a:latin typeface="Arial MT"/>
                <a:cs typeface="Arial MT"/>
              </a:rPr>
              <a:t>combines</a:t>
            </a:r>
            <a:r>
              <a:rPr sz="2800" spc="-28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high</a:t>
            </a:r>
            <a:r>
              <a:rPr sz="2800" spc="-180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speed</a:t>
            </a:r>
            <a:r>
              <a:rPr sz="2800" spc="-3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low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60" dirty="0">
                <a:latin typeface="Arial MT"/>
                <a:cs typeface="Arial MT"/>
              </a:rPr>
              <a:t>powerconsumption</a:t>
            </a:r>
            <a:endParaRPr sz="2800">
              <a:latin typeface="Arial MT"/>
              <a:cs typeface="Arial MT"/>
            </a:endParaRPr>
          </a:p>
          <a:p>
            <a:pPr marL="318770" indent="-306705">
              <a:lnSpc>
                <a:spcPct val="100000"/>
              </a:lnSpc>
              <a:spcBef>
                <a:spcPts val="900"/>
              </a:spcBef>
              <a:buChar char="–"/>
              <a:tabLst>
                <a:tab pos="319405" algn="l"/>
              </a:tabLst>
            </a:pPr>
            <a:r>
              <a:rPr sz="2800" spc="-120" dirty="0">
                <a:latin typeface="Arial MT"/>
                <a:cs typeface="Arial MT"/>
              </a:rPr>
              <a:t>usua</a:t>
            </a:r>
            <a:r>
              <a:rPr sz="2800" b="1" spc="-160" dirty="0">
                <a:latin typeface="Arial"/>
                <a:cs typeface="Arial"/>
              </a:rPr>
              <a:t>l</a:t>
            </a:r>
            <a:r>
              <a:rPr sz="2800" b="1" spc="-395" dirty="0">
                <a:latin typeface="Arial"/>
                <a:cs typeface="Arial"/>
              </a:rPr>
              <a:t> 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229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opera</a:t>
            </a:r>
            <a:r>
              <a:rPr sz="2800" spc="-114" dirty="0">
                <a:latin typeface="Arial MT"/>
                <a:cs typeface="Arial MT"/>
              </a:rPr>
              <a:t>t</a:t>
            </a:r>
            <a:r>
              <a:rPr sz="2800" spc="-110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229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f</a:t>
            </a:r>
            <a:r>
              <a:rPr sz="2800" spc="-25" dirty="0">
                <a:latin typeface="Arial MT"/>
                <a:cs typeface="Arial MT"/>
              </a:rPr>
              <a:t>ro</a:t>
            </a:r>
            <a:r>
              <a:rPr sz="2800" spc="-5" dirty="0">
                <a:latin typeface="Arial MT"/>
                <a:cs typeface="Arial MT"/>
              </a:rPr>
              <a:t>m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spc="-440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singl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235" dirty="0">
                <a:latin typeface="Arial MT"/>
                <a:cs typeface="Arial MT"/>
              </a:rPr>
              <a:t> </a:t>
            </a:r>
            <a:r>
              <a:rPr sz="2800" spc="-120" dirty="0">
                <a:latin typeface="Arial MT"/>
                <a:cs typeface="Arial MT"/>
              </a:rPr>
              <a:t>supp</a:t>
            </a:r>
            <a:r>
              <a:rPr sz="2800" spc="-125" dirty="0">
                <a:latin typeface="Arial MT"/>
                <a:cs typeface="Arial MT"/>
              </a:rPr>
              <a:t>l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254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5</a:t>
            </a:r>
            <a:r>
              <a:rPr sz="2800" spc="-27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330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1</a:t>
            </a:r>
            <a:r>
              <a:rPr sz="2800" spc="165" dirty="0">
                <a:latin typeface="Arial MT"/>
                <a:cs typeface="Arial MT"/>
              </a:rPr>
              <a:t>5</a:t>
            </a:r>
            <a:r>
              <a:rPr sz="2800" spc="-5" dirty="0">
                <a:latin typeface="Arial MT"/>
                <a:cs typeface="Arial MT"/>
              </a:rPr>
              <a:t>V</a:t>
            </a:r>
            <a:endParaRPr sz="2800">
              <a:latin typeface="Arial MT"/>
              <a:cs typeface="Arial MT"/>
            </a:endParaRPr>
          </a:p>
          <a:p>
            <a:pPr marL="318770" marR="333375" indent="-306705">
              <a:lnSpc>
                <a:spcPct val="111100"/>
              </a:lnSpc>
              <a:spcBef>
                <a:spcPts val="300"/>
              </a:spcBef>
              <a:buChar char="–"/>
              <a:tabLst>
                <a:tab pos="319405" algn="l"/>
              </a:tabLst>
            </a:pPr>
            <a:r>
              <a:rPr sz="2800" spc="-95" dirty="0">
                <a:latin typeface="Arial MT"/>
                <a:cs typeface="Arial MT"/>
              </a:rPr>
              <a:t>exce</a:t>
            </a:r>
            <a:r>
              <a:rPr sz="2800" spc="-100" dirty="0">
                <a:latin typeface="Arial MT"/>
                <a:cs typeface="Arial MT"/>
              </a:rPr>
              <a:t>ll</a:t>
            </a:r>
            <a:r>
              <a:rPr sz="2800" spc="-95" dirty="0">
                <a:latin typeface="Arial MT"/>
                <a:cs typeface="Arial MT"/>
              </a:rPr>
              <a:t>en</a:t>
            </a:r>
            <a:r>
              <a:rPr sz="2800" spc="-5" dirty="0">
                <a:latin typeface="Arial MT"/>
                <a:cs typeface="Arial MT"/>
              </a:rPr>
              <a:t>t</a:t>
            </a:r>
            <a:r>
              <a:rPr sz="2800" spc="-195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nois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25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i</a:t>
            </a:r>
            <a:r>
              <a:rPr sz="2800" spc="-60" dirty="0">
                <a:latin typeface="Arial MT"/>
                <a:cs typeface="Arial MT"/>
              </a:rPr>
              <a:t>mm</a:t>
            </a:r>
            <a:r>
              <a:rPr sz="2800" spc="-50" dirty="0">
                <a:latin typeface="Arial MT"/>
                <a:cs typeface="Arial MT"/>
              </a:rPr>
              <a:t>unit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abou</a:t>
            </a:r>
            <a:r>
              <a:rPr sz="2800" spc="-5" dirty="0">
                <a:latin typeface="Arial MT"/>
                <a:cs typeface="Arial MT"/>
              </a:rPr>
              <a:t>t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65" dirty="0">
                <a:latin typeface="Arial MT"/>
                <a:cs typeface="Arial MT"/>
              </a:rPr>
              <a:t>30</a:t>
            </a:r>
            <a:r>
              <a:rPr sz="2800" spc="-5" dirty="0">
                <a:latin typeface="Arial MT"/>
                <a:cs typeface="Arial MT"/>
              </a:rPr>
              <a:t>%</a:t>
            </a:r>
            <a:r>
              <a:rPr sz="2800" spc="-509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</a:t>
            </a:r>
            <a:r>
              <a:rPr sz="2800" spc="-5" dirty="0">
                <a:latin typeface="Arial MT"/>
                <a:cs typeface="Arial MT"/>
              </a:rPr>
              <a:t>f</a:t>
            </a:r>
            <a:r>
              <a:rPr sz="2800" spc="-455" dirty="0">
                <a:latin typeface="Arial MT"/>
                <a:cs typeface="Arial MT"/>
              </a:rPr>
              <a:t> </a:t>
            </a:r>
            <a:r>
              <a:rPr sz="2800" spc="-120" dirty="0">
                <a:latin typeface="Arial MT"/>
                <a:cs typeface="Arial MT"/>
              </a:rPr>
              <a:t>supp</a:t>
            </a:r>
            <a:r>
              <a:rPr sz="2800" spc="-125" dirty="0">
                <a:latin typeface="Arial MT"/>
                <a:cs typeface="Arial MT"/>
              </a:rPr>
              <a:t>l</a:t>
            </a:r>
            <a:r>
              <a:rPr sz="2800" spc="-5" dirty="0">
                <a:latin typeface="Arial MT"/>
                <a:cs typeface="Arial MT"/>
              </a:rPr>
              <a:t>y  </a:t>
            </a:r>
            <a:r>
              <a:rPr sz="2800" spc="-85" dirty="0">
                <a:latin typeface="Arial MT"/>
                <a:cs typeface="Arial MT"/>
              </a:rPr>
              <a:t>voltage</a:t>
            </a:r>
            <a:endParaRPr sz="2800">
              <a:latin typeface="Arial MT"/>
              <a:cs typeface="Arial MT"/>
            </a:endParaRPr>
          </a:p>
          <a:p>
            <a:pPr marL="318770" marR="900430" indent="-306705">
              <a:lnSpc>
                <a:spcPct val="111200"/>
              </a:lnSpc>
              <a:spcBef>
                <a:spcPts val="490"/>
              </a:spcBef>
              <a:buChar char="–"/>
              <a:tabLst>
                <a:tab pos="319405" algn="l"/>
              </a:tabLst>
            </a:pPr>
            <a:r>
              <a:rPr sz="2800" spc="-180" dirty="0">
                <a:latin typeface="Arial MT"/>
                <a:cs typeface="Arial MT"/>
              </a:rPr>
              <a:t>ca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355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b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254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connec</a:t>
            </a:r>
            <a:r>
              <a:rPr sz="2800" spc="-114" dirty="0">
                <a:latin typeface="Arial MT"/>
                <a:cs typeface="Arial MT"/>
              </a:rPr>
              <a:t>t</a:t>
            </a:r>
            <a:r>
              <a:rPr sz="2800" spc="-110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d</a:t>
            </a:r>
            <a:r>
              <a:rPr sz="2800" spc="-229" dirty="0">
                <a:latin typeface="Arial MT"/>
                <a:cs typeface="Arial MT"/>
              </a:rPr>
              <a:t> </a:t>
            </a:r>
            <a:r>
              <a:rPr sz="2800" spc="20" dirty="0">
                <a:latin typeface="Arial MT"/>
                <a:cs typeface="Arial MT"/>
              </a:rPr>
              <a:t>t</a:t>
            </a:r>
            <a:r>
              <a:rPr sz="2800" spc="-5" dirty="0">
                <a:latin typeface="Arial MT"/>
                <a:cs typeface="Arial MT"/>
              </a:rPr>
              <a:t>o</a:t>
            </a:r>
            <a:r>
              <a:rPr sz="2800" spc="7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spc="-440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larg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23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nu</a:t>
            </a:r>
            <a:r>
              <a:rPr sz="2800" spc="-90" dirty="0">
                <a:latin typeface="Arial MT"/>
                <a:cs typeface="Arial MT"/>
              </a:rPr>
              <a:t>m</a:t>
            </a:r>
            <a:r>
              <a:rPr sz="2800" spc="-85" dirty="0">
                <a:latin typeface="Arial MT"/>
                <a:cs typeface="Arial MT"/>
              </a:rPr>
              <a:t>be</a:t>
            </a:r>
            <a:r>
              <a:rPr sz="2800" spc="-5" dirty="0">
                <a:latin typeface="Arial MT"/>
                <a:cs typeface="Arial MT"/>
              </a:rPr>
              <a:t>r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</a:t>
            </a:r>
            <a:r>
              <a:rPr sz="2800" spc="-5" dirty="0">
                <a:latin typeface="Arial MT"/>
                <a:cs typeface="Arial MT"/>
              </a:rPr>
              <a:t>f</a:t>
            </a:r>
            <a:r>
              <a:rPr sz="2800" spc="-440" dirty="0">
                <a:latin typeface="Arial MT"/>
                <a:cs typeface="Arial MT"/>
              </a:rPr>
              <a:t> </a:t>
            </a:r>
            <a:r>
              <a:rPr sz="2800" spc="-160" dirty="0">
                <a:latin typeface="Arial MT"/>
                <a:cs typeface="Arial MT"/>
              </a:rPr>
              <a:t>gate</a:t>
            </a:r>
            <a:r>
              <a:rPr sz="2800" spc="-5" dirty="0">
                <a:latin typeface="Arial MT"/>
                <a:cs typeface="Arial MT"/>
              </a:rPr>
              <a:t>s  </a:t>
            </a:r>
            <a:r>
              <a:rPr sz="2800" spc="-75" dirty="0">
                <a:latin typeface="Arial MT"/>
                <a:cs typeface="Arial MT"/>
              </a:rPr>
              <a:t>(abou</a:t>
            </a:r>
            <a:r>
              <a:rPr sz="2800" spc="-5" dirty="0">
                <a:latin typeface="Arial MT"/>
                <a:cs typeface="Arial MT"/>
              </a:rPr>
              <a:t>t</a:t>
            </a:r>
            <a:r>
              <a:rPr sz="2800" spc="-210" dirty="0">
                <a:latin typeface="Arial MT"/>
                <a:cs typeface="Arial MT"/>
              </a:rPr>
              <a:t> </a:t>
            </a:r>
            <a:r>
              <a:rPr sz="2800" spc="-120" dirty="0">
                <a:latin typeface="Arial MT"/>
                <a:cs typeface="Arial MT"/>
              </a:rPr>
              <a:t>50)</a:t>
            </a:r>
            <a:endParaRPr sz="2800">
              <a:latin typeface="Arial MT"/>
              <a:cs typeface="Arial MT"/>
            </a:endParaRPr>
          </a:p>
          <a:p>
            <a:pPr marL="318770" indent="-306705">
              <a:lnSpc>
                <a:spcPct val="100000"/>
              </a:lnSpc>
              <a:spcBef>
                <a:spcPts val="530"/>
              </a:spcBef>
              <a:buChar char="–"/>
              <a:tabLst>
                <a:tab pos="319405" algn="l"/>
                <a:tab pos="4493260" algn="l"/>
              </a:tabLst>
            </a:pPr>
            <a:r>
              <a:rPr sz="2800" spc="-155" dirty="0">
                <a:latin typeface="Arial MT"/>
                <a:cs typeface="Arial MT"/>
              </a:rPr>
              <a:t>m</a:t>
            </a:r>
            <a:r>
              <a:rPr sz="2800" spc="-145" dirty="0">
                <a:latin typeface="Arial MT"/>
                <a:cs typeface="Arial MT"/>
              </a:rPr>
              <a:t>an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254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f</a:t>
            </a:r>
            <a:r>
              <a:rPr sz="2800" spc="-85" dirty="0">
                <a:latin typeface="Arial MT"/>
                <a:cs typeface="Arial MT"/>
              </a:rPr>
              <a:t>or</a:t>
            </a:r>
            <a:r>
              <a:rPr sz="2800" spc="-90" dirty="0">
                <a:latin typeface="Arial MT"/>
                <a:cs typeface="Arial MT"/>
              </a:rPr>
              <a:t>m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330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so</a:t>
            </a:r>
            <a:r>
              <a:rPr sz="2800" spc="-175" dirty="0">
                <a:latin typeface="Arial MT"/>
                <a:cs typeface="Arial MT"/>
              </a:rPr>
              <a:t>m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3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</a:t>
            </a:r>
            <a:r>
              <a:rPr sz="2800" spc="5" dirty="0">
                <a:latin typeface="Arial MT"/>
                <a:cs typeface="Arial MT"/>
              </a:rPr>
              <a:t>it</a:t>
            </a:r>
            <a:r>
              <a:rPr sz="2800" spc="-5" dirty="0">
                <a:latin typeface="Arial MT"/>
                <a:cs typeface="Arial MT"/>
              </a:rPr>
              <a:t>h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i="1" spc="-5" dirty="0">
                <a:latin typeface="Trebuchet MS"/>
                <a:cs typeface="Trebuchet MS"/>
              </a:rPr>
              <a:t>t</a:t>
            </a:r>
            <a:r>
              <a:rPr sz="2800" i="1" dirty="0">
                <a:latin typeface="Trebuchet MS"/>
                <a:cs typeface="Trebuchet MS"/>
              </a:rPr>
              <a:t>	</a:t>
            </a:r>
            <a:r>
              <a:rPr sz="2800" spc="-75" dirty="0">
                <a:latin typeface="Arial MT"/>
                <a:cs typeface="Arial MT"/>
              </a:rPr>
              <a:t>do</a:t>
            </a:r>
            <a:r>
              <a:rPr sz="2800" spc="-85" dirty="0">
                <a:latin typeface="Arial MT"/>
                <a:cs typeface="Arial MT"/>
              </a:rPr>
              <a:t>w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20" dirty="0">
                <a:latin typeface="Arial MT"/>
                <a:cs typeface="Arial MT"/>
              </a:rPr>
              <a:t>t</a:t>
            </a:r>
            <a:r>
              <a:rPr sz="2800" spc="-5" dirty="0">
                <a:latin typeface="Arial MT"/>
                <a:cs typeface="Arial MT"/>
              </a:rPr>
              <a:t>o</a:t>
            </a:r>
            <a:r>
              <a:rPr sz="2800" spc="65" dirty="0">
                <a:latin typeface="Arial MT"/>
                <a:cs typeface="Arial MT"/>
              </a:rPr>
              <a:t> </a:t>
            </a:r>
            <a:r>
              <a:rPr sz="2800" spc="215" dirty="0">
                <a:latin typeface="Arial MT"/>
                <a:cs typeface="Arial MT"/>
              </a:rPr>
              <a:t>1</a:t>
            </a:r>
            <a:r>
              <a:rPr sz="2800" spc="-204" dirty="0">
                <a:latin typeface="Arial MT"/>
                <a:cs typeface="Arial MT"/>
              </a:rPr>
              <a:t>ns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47615" y="5140578"/>
            <a:ext cx="29210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i="1" spc="-30" dirty="0">
                <a:latin typeface="Trebuchet MS"/>
                <a:cs typeface="Trebuchet MS"/>
              </a:rPr>
              <a:t>PD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7232" y="5374047"/>
            <a:ext cx="7579359" cy="980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5080" indent="-306705">
              <a:lnSpc>
                <a:spcPct val="1119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75" dirty="0">
                <a:latin typeface="Arial MT"/>
                <a:cs typeface="Arial MT"/>
              </a:rPr>
              <a:t> </a:t>
            </a:r>
            <a:r>
              <a:rPr sz="2800" spc="-75" dirty="0">
                <a:latin typeface="Arial MT"/>
                <a:cs typeface="Arial MT"/>
              </a:rPr>
              <a:t>po</a:t>
            </a:r>
            <a:r>
              <a:rPr sz="2800" spc="-85" dirty="0">
                <a:latin typeface="Arial MT"/>
                <a:cs typeface="Arial MT"/>
              </a:rPr>
              <a:t>w</a:t>
            </a:r>
            <a:r>
              <a:rPr sz="2800" spc="-75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r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100" dirty="0">
                <a:latin typeface="Arial MT"/>
                <a:cs typeface="Arial MT"/>
              </a:rPr>
              <a:t>consu</a:t>
            </a:r>
            <a:r>
              <a:rPr sz="2800" spc="-105" dirty="0">
                <a:latin typeface="Arial MT"/>
                <a:cs typeface="Arial MT"/>
              </a:rPr>
              <a:t>m</a:t>
            </a:r>
            <a:r>
              <a:rPr sz="2800" spc="-100" dirty="0">
                <a:latin typeface="Arial MT"/>
                <a:cs typeface="Arial MT"/>
              </a:rPr>
              <a:t>ptio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depend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28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o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185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spee</a:t>
            </a:r>
            <a:r>
              <a:rPr sz="2800" spc="-5" dirty="0">
                <a:latin typeface="Arial MT"/>
                <a:cs typeface="Arial MT"/>
              </a:rPr>
              <a:t>d</a:t>
            </a:r>
            <a:r>
              <a:rPr sz="2800" spc="-345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(perhap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4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1  </a:t>
            </a:r>
            <a:r>
              <a:rPr sz="2800" spc="-140" dirty="0">
                <a:latin typeface="Arial MT"/>
                <a:cs typeface="Arial MT"/>
              </a:rPr>
              <a:t>mW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969" y="161290"/>
            <a:ext cx="65925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20" dirty="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sz="4000" b="1" spc="-229" dirty="0">
                <a:solidFill>
                  <a:srgbClr val="0000FF"/>
                </a:solidFill>
                <a:latin typeface="Trebuchet MS"/>
                <a:cs typeface="Trebuchet MS"/>
              </a:rPr>
              <a:t>ra</a:t>
            </a:r>
            <a:r>
              <a:rPr sz="4000" b="1" spc="-215" dirty="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sz="4000" b="1" spc="-229" dirty="0">
                <a:solidFill>
                  <a:srgbClr val="0000FF"/>
                </a:solidFill>
                <a:latin typeface="Trebuchet MS"/>
                <a:cs typeface="Trebuchet MS"/>
              </a:rPr>
              <a:t>sis</a:t>
            </a:r>
            <a:r>
              <a:rPr sz="4000" b="1" spc="-225" dirty="0">
                <a:solidFill>
                  <a:srgbClr val="0000FF"/>
                </a:solidFill>
                <a:latin typeface="Trebuchet MS"/>
                <a:cs typeface="Trebuchet MS"/>
              </a:rPr>
              <a:t>to</a:t>
            </a:r>
            <a:r>
              <a:rPr sz="4000" b="1" spc="-210" dirty="0">
                <a:solidFill>
                  <a:srgbClr val="0000FF"/>
                </a:solidFill>
                <a:latin typeface="Trebuchet MS"/>
                <a:cs typeface="Trebuchet MS"/>
              </a:rPr>
              <a:t>r</a:t>
            </a:r>
            <a:r>
              <a:rPr sz="4000" b="1" spc="-225" dirty="0">
                <a:solidFill>
                  <a:srgbClr val="0000FF"/>
                </a:solidFill>
                <a:latin typeface="Trebuchet MS"/>
                <a:cs typeface="Trebuchet MS"/>
              </a:rPr>
              <a:t>-</a:t>
            </a:r>
            <a:r>
              <a:rPr sz="4000" b="1" spc="-215" dirty="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sz="4000" b="1" spc="-229" dirty="0">
                <a:solidFill>
                  <a:srgbClr val="0000FF"/>
                </a:solidFill>
                <a:latin typeface="Trebuchet MS"/>
                <a:cs typeface="Trebuchet MS"/>
              </a:rPr>
              <a:t>ra</a:t>
            </a:r>
            <a:r>
              <a:rPr sz="4000" b="1" spc="-204" dirty="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sz="4000" b="1" spc="-229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4000" b="1" spc="-215" dirty="0">
                <a:solidFill>
                  <a:srgbClr val="0000FF"/>
                </a:solidFill>
                <a:latin typeface="Trebuchet MS"/>
                <a:cs typeface="Trebuchet MS"/>
              </a:rPr>
              <a:t>i</a:t>
            </a:r>
            <a:r>
              <a:rPr sz="4000" b="1" spc="-229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4000" b="1" spc="-215" dirty="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sz="4000" b="1" spc="-225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r</a:t>
            </a:r>
            <a:r>
              <a:rPr sz="4000" b="1" spc="-3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4000" b="1" spc="-21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4000" b="1" spc="-215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sz="4000" b="1" spc="-210" dirty="0">
                <a:solidFill>
                  <a:srgbClr val="0000FF"/>
                </a:solidFill>
                <a:latin typeface="Trebuchet MS"/>
                <a:cs typeface="Trebuchet MS"/>
              </a:rPr>
              <a:t>g</a:t>
            </a:r>
            <a:r>
              <a:rPr sz="4000" b="1" spc="-215" dirty="0">
                <a:solidFill>
                  <a:srgbClr val="0000FF"/>
                </a:solidFill>
                <a:latin typeface="Trebuchet MS"/>
                <a:cs typeface="Trebuchet MS"/>
              </a:rPr>
              <a:t>i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4000" b="1" spc="-65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4000" b="1" spc="-395" dirty="0">
                <a:solidFill>
                  <a:srgbClr val="0000FF"/>
                </a:solidFill>
                <a:latin typeface="Trebuchet MS"/>
                <a:cs typeface="Trebuchet MS"/>
              </a:rPr>
              <a:t>(</a:t>
            </a:r>
            <a:r>
              <a:rPr sz="4000" b="1" spc="-385" dirty="0">
                <a:solidFill>
                  <a:srgbClr val="0000FF"/>
                </a:solidFill>
                <a:latin typeface="Trebuchet MS"/>
                <a:cs typeface="Trebuchet MS"/>
              </a:rPr>
              <a:t>TT</a:t>
            </a:r>
            <a:r>
              <a:rPr sz="4000" b="1" spc="-395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)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7232" y="1571650"/>
            <a:ext cx="7287259" cy="43421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340"/>
              </a:spcBef>
              <a:buChar char="–"/>
              <a:tabLst>
                <a:tab pos="319405" algn="l"/>
              </a:tabLst>
            </a:pPr>
            <a:r>
              <a:rPr sz="2800" spc="-180" dirty="0">
                <a:latin typeface="Arial MT"/>
                <a:cs typeface="Arial MT"/>
              </a:rPr>
              <a:t>base</a:t>
            </a:r>
            <a:r>
              <a:rPr sz="2800" spc="-5" dirty="0">
                <a:latin typeface="Arial MT"/>
                <a:cs typeface="Arial MT"/>
              </a:rPr>
              <a:t>d</a:t>
            </a:r>
            <a:r>
              <a:rPr sz="2800" spc="-35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o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175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bipola</a:t>
            </a:r>
            <a:r>
              <a:rPr sz="2800" spc="-5" dirty="0">
                <a:latin typeface="Arial MT"/>
                <a:cs typeface="Arial MT"/>
              </a:rPr>
              <a:t>r</a:t>
            </a:r>
            <a:r>
              <a:rPr sz="2800" spc="-229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t</a:t>
            </a:r>
            <a:r>
              <a:rPr sz="2800" spc="-85" dirty="0">
                <a:latin typeface="Arial MT"/>
                <a:cs typeface="Arial MT"/>
              </a:rPr>
              <a:t>rans</a:t>
            </a:r>
            <a:r>
              <a:rPr sz="2800" spc="-90" dirty="0">
                <a:latin typeface="Arial MT"/>
                <a:cs typeface="Arial MT"/>
              </a:rPr>
              <a:t>i</a:t>
            </a:r>
            <a:r>
              <a:rPr sz="2800" spc="-85" dirty="0">
                <a:latin typeface="Arial MT"/>
                <a:cs typeface="Arial MT"/>
              </a:rPr>
              <a:t>s</a:t>
            </a:r>
            <a:r>
              <a:rPr sz="2800" spc="-90" dirty="0">
                <a:latin typeface="Arial MT"/>
                <a:cs typeface="Arial MT"/>
              </a:rPr>
              <a:t>t</a:t>
            </a:r>
            <a:r>
              <a:rPr sz="2800" spc="-85" dirty="0">
                <a:latin typeface="Arial MT"/>
                <a:cs typeface="Arial MT"/>
              </a:rPr>
              <a:t>or</a:t>
            </a:r>
            <a:r>
              <a:rPr sz="2800" spc="-5" dirty="0">
                <a:latin typeface="Arial MT"/>
                <a:cs typeface="Arial MT"/>
              </a:rPr>
              <a:t>s</a:t>
            </a:r>
            <a:endParaRPr sz="2800">
              <a:latin typeface="Arial MT"/>
              <a:cs typeface="Arial MT"/>
            </a:endParaRPr>
          </a:p>
          <a:p>
            <a:pPr marL="318770" marR="5080" indent="-306705">
              <a:lnSpc>
                <a:spcPts val="3000"/>
              </a:lnSpc>
              <a:spcBef>
                <a:spcPts val="640"/>
              </a:spcBef>
              <a:buChar char="–"/>
              <a:tabLst>
                <a:tab pos="319405" algn="l"/>
              </a:tabLst>
            </a:pPr>
            <a:r>
              <a:rPr sz="2800" spc="-110" dirty="0">
                <a:latin typeface="Arial MT"/>
                <a:cs typeface="Arial MT"/>
              </a:rPr>
              <a:t>on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23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40" dirty="0">
                <a:latin typeface="Arial MT"/>
                <a:cs typeface="Arial MT"/>
              </a:rPr>
              <a:t>th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m</a:t>
            </a:r>
            <a:r>
              <a:rPr sz="2800" spc="-85" dirty="0">
                <a:latin typeface="Arial MT"/>
                <a:cs typeface="Arial MT"/>
              </a:rPr>
              <a:t>os</a:t>
            </a:r>
            <a:r>
              <a:rPr sz="2800" spc="-5" dirty="0">
                <a:latin typeface="Arial MT"/>
                <a:cs typeface="Arial MT"/>
              </a:rPr>
              <a:t>t</a:t>
            </a:r>
            <a:r>
              <a:rPr sz="2800" spc="-180" dirty="0">
                <a:latin typeface="Arial MT"/>
                <a:cs typeface="Arial MT"/>
              </a:rPr>
              <a:t> </a:t>
            </a:r>
            <a:r>
              <a:rPr sz="2800" spc="-70" dirty="0">
                <a:latin typeface="Arial MT"/>
                <a:cs typeface="Arial MT"/>
              </a:rPr>
              <a:t>w</a:t>
            </a:r>
            <a:r>
              <a:rPr sz="2800" spc="-65" dirty="0">
                <a:latin typeface="Arial MT"/>
                <a:cs typeface="Arial MT"/>
              </a:rPr>
              <a:t>idel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use</a:t>
            </a:r>
            <a:r>
              <a:rPr sz="2800" spc="-5" dirty="0">
                <a:latin typeface="Arial MT"/>
                <a:cs typeface="Arial MT"/>
              </a:rPr>
              <a:t>d</a:t>
            </a:r>
            <a:r>
              <a:rPr sz="2800" spc="-315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f</a:t>
            </a:r>
            <a:r>
              <a:rPr sz="2800" spc="-85" dirty="0">
                <a:latin typeface="Arial MT"/>
                <a:cs typeface="Arial MT"/>
              </a:rPr>
              <a:t>a</a:t>
            </a:r>
            <a:r>
              <a:rPr sz="2800" spc="-90" dirty="0">
                <a:latin typeface="Arial MT"/>
                <a:cs typeface="Arial MT"/>
              </a:rPr>
              <a:t>mili</a:t>
            </a:r>
            <a:r>
              <a:rPr sz="2800" spc="-85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17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for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s</a:t>
            </a:r>
            <a:r>
              <a:rPr sz="2800" spc="-114" dirty="0">
                <a:latin typeface="Arial MT"/>
                <a:cs typeface="Arial MT"/>
              </a:rPr>
              <a:t>m</a:t>
            </a:r>
            <a:r>
              <a:rPr sz="2800" spc="-110" dirty="0">
                <a:latin typeface="Arial MT"/>
                <a:cs typeface="Arial MT"/>
              </a:rPr>
              <a:t>all</a:t>
            </a:r>
            <a:r>
              <a:rPr sz="2800" spc="-5" dirty="0">
                <a:latin typeface="Arial MT"/>
                <a:cs typeface="Arial MT"/>
              </a:rPr>
              <a:t>-  </a:t>
            </a:r>
            <a:r>
              <a:rPr sz="2800" spc="-90" dirty="0">
                <a:latin typeface="Arial MT"/>
                <a:cs typeface="Arial MT"/>
              </a:rPr>
              <a:t>and</a:t>
            </a:r>
            <a:r>
              <a:rPr sz="2800" spc="-245" dirty="0">
                <a:latin typeface="Arial MT"/>
                <a:cs typeface="Arial MT"/>
              </a:rPr>
              <a:t> </a:t>
            </a:r>
            <a:r>
              <a:rPr sz="2800" spc="-125" dirty="0">
                <a:latin typeface="Arial MT"/>
                <a:cs typeface="Arial MT"/>
              </a:rPr>
              <a:t>medium-scale</a:t>
            </a:r>
            <a:r>
              <a:rPr sz="2800" spc="-210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devices</a:t>
            </a:r>
            <a:r>
              <a:rPr sz="2800" spc="-3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330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rarely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130" dirty="0">
                <a:latin typeface="Arial MT"/>
                <a:cs typeface="Arial MT"/>
              </a:rPr>
              <a:t>used</a:t>
            </a:r>
            <a:r>
              <a:rPr sz="2800" spc="-30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for</a:t>
            </a:r>
            <a:r>
              <a:rPr sz="2800" spc="-210" dirty="0">
                <a:latin typeface="Arial MT"/>
                <a:cs typeface="Arial MT"/>
              </a:rPr>
              <a:t> </a:t>
            </a:r>
            <a:r>
              <a:rPr sz="2800" spc="-260" dirty="0">
                <a:latin typeface="Arial MT"/>
                <a:cs typeface="Arial MT"/>
              </a:rPr>
              <a:t>VLSI</a:t>
            </a:r>
            <a:endParaRPr sz="2800">
              <a:latin typeface="Arial MT"/>
              <a:cs typeface="Arial MT"/>
            </a:endParaRPr>
          </a:p>
          <a:p>
            <a:pPr marL="318770" indent="-306705">
              <a:lnSpc>
                <a:spcPct val="100000"/>
              </a:lnSpc>
              <a:spcBef>
                <a:spcPts val="165"/>
              </a:spcBef>
              <a:buChar char="–"/>
              <a:tabLst>
                <a:tab pos="319405" algn="l"/>
              </a:tabLst>
            </a:pPr>
            <a:r>
              <a:rPr sz="2800" spc="-75" dirty="0">
                <a:latin typeface="Arial MT"/>
                <a:cs typeface="Arial MT"/>
              </a:rPr>
              <a:t>typicall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17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opera</a:t>
            </a:r>
            <a:r>
              <a:rPr sz="2800" spc="-90" dirty="0">
                <a:latin typeface="Arial MT"/>
                <a:cs typeface="Arial MT"/>
              </a:rPr>
              <a:t>t</a:t>
            </a:r>
            <a:r>
              <a:rPr sz="2800" spc="-85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d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f</a:t>
            </a:r>
            <a:r>
              <a:rPr sz="2800" spc="-25" dirty="0">
                <a:latin typeface="Arial MT"/>
                <a:cs typeface="Arial MT"/>
              </a:rPr>
              <a:t>ro</a:t>
            </a:r>
            <a:r>
              <a:rPr sz="2800" spc="-5" dirty="0">
                <a:latin typeface="Arial MT"/>
                <a:cs typeface="Arial MT"/>
              </a:rPr>
              <a:t>m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220" dirty="0">
                <a:latin typeface="Arial MT"/>
                <a:cs typeface="Arial MT"/>
              </a:rPr>
              <a:t>5</a:t>
            </a:r>
            <a:r>
              <a:rPr sz="2800" spc="120" dirty="0">
                <a:latin typeface="Arial MT"/>
                <a:cs typeface="Arial MT"/>
              </a:rPr>
              <a:t>V</a:t>
            </a:r>
            <a:r>
              <a:rPr sz="2800" spc="-120" dirty="0">
                <a:latin typeface="Arial MT"/>
                <a:cs typeface="Arial MT"/>
              </a:rPr>
              <a:t>supp</a:t>
            </a:r>
            <a:r>
              <a:rPr sz="2800" spc="-125" dirty="0">
                <a:latin typeface="Arial MT"/>
                <a:cs typeface="Arial MT"/>
              </a:rPr>
              <a:t>l</a:t>
            </a:r>
            <a:r>
              <a:rPr sz="2800" spc="-5" dirty="0">
                <a:latin typeface="Arial MT"/>
                <a:cs typeface="Arial MT"/>
              </a:rPr>
              <a:t>y</a:t>
            </a:r>
            <a:endParaRPr sz="2800">
              <a:latin typeface="Arial MT"/>
              <a:cs typeface="Arial MT"/>
            </a:endParaRPr>
          </a:p>
          <a:p>
            <a:pPr marL="318770" indent="-306705">
              <a:lnSpc>
                <a:spcPct val="100000"/>
              </a:lnSpc>
              <a:spcBef>
                <a:spcPts val="190"/>
              </a:spcBef>
              <a:buChar char="–"/>
              <a:tabLst>
                <a:tab pos="319405" algn="l"/>
              </a:tabLst>
            </a:pPr>
            <a:r>
              <a:rPr sz="2800" spc="-75" dirty="0">
                <a:latin typeface="Arial MT"/>
                <a:cs typeface="Arial MT"/>
              </a:rPr>
              <a:t>typica</a:t>
            </a:r>
            <a:r>
              <a:rPr sz="2800" spc="-5" dirty="0">
                <a:latin typeface="Arial MT"/>
                <a:cs typeface="Arial MT"/>
              </a:rPr>
              <a:t>l</a:t>
            </a:r>
            <a:r>
              <a:rPr sz="2800" spc="-170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nois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25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i</a:t>
            </a:r>
            <a:r>
              <a:rPr sz="2800" spc="-60" dirty="0">
                <a:latin typeface="Arial MT"/>
                <a:cs typeface="Arial MT"/>
              </a:rPr>
              <a:t>mm</a:t>
            </a:r>
            <a:r>
              <a:rPr sz="2800" spc="-50" dirty="0">
                <a:latin typeface="Arial MT"/>
                <a:cs typeface="Arial MT"/>
              </a:rPr>
              <a:t>unit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abou</a:t>
            </a:r>
            <a:r>
              <a:rPr sz="2800" spc="-5" dirty="0">
                <a:latin typeface="Arial MT"/>
                <a:cs typeface="Arial MT"/>
              </a:rPr>
              <a:t>t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1</a:t>
            </a:r>
            <a:r>
              <a:rPr sz="2800" spc="-28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320" dirty="0">
                <a:latin typeface="Arial MT"/>
                <a:cs typeface="Arial MT"/>
              </a:rPr>
              <a:t> </a:t>
            </a:r>
            <a:r>
              <a:rPr sz="2800" spc="-120" dirty="0">
                <a:latin typeface="Arial MT"/>
                <a:cs typeface="Arial MT"/>
              </a:rPr>
              <a:t>1</a:t>
            </a:r>
            <a:r>
              <a:rPr sz="2800" spc="-125" dirty="0">
                <a:latin typeface="Arial MT"/>
                <a:cs typeface="Arial MT"/>
              </a:rPr>
              <a:t>.</a:t>
            </a:r>
            <a:r>
              <a:rPr sz="2800" spc="200" dirty="0">
                <a:latin typeface="Arial MT"/>
                <a:cs typeface="Arial MT"/>
              </a:rPr>
              <a:t>6</a:t>
            </a:r>
            <a:r>
              <a:rPr sz="2800" spc="-5" dirty="0">
                <a:latin typeface="Arial MT"/>
                <a:cs typeface="Arial MT"/>
              </a:rPr>
              <a:t>V</a:t>
            </a:r>
            <a:endParaRPr sz="2800">
              <a:latin typeface="Arial MT"/>
              <a:cs typeface="Arial MT"/>
            </a:endParaRPr>
          </a:p>
          <a:p>
            <a:pPr marL="318770" marR="156210" indent="-306705">
              <a:lnSpc>
                <a:spcPts val="3000"/>
              </a:lnSpc>
              <a:spcBef>
                <a:spcPts val="640"/>
              </a:spcBef>
              <a:buChar char="–"/>
              <a:tabLst>
                <a:tab pos="319405" algn="l"/>
              </a:tabLst>
            </a:pPr>
            <a:r>
              <a:rPr sz="2800" spc="-114" dirty="0">
                <a:latin typeface="Arial MT"/>
                <a:cs typeface="Arial MT"/>
              </a:rPr>
              <a:t>many</a:t>
            </a:r>
            <a:r>
              <a:rPr sz="2800" spc="-254" dirty="0">
                <a:latin typeface="Arial MT"/>
                <a:cs typeface="Arial MT"/>
              </a:rPr>
              <a:t> </a:t>
            </a:r>
            <a:r>
              <a:rPr sz="2800" spc="-75" dirty="0">
                <a:latin typeface="Arial MT"/>
                <a:cs typeface="Arial MT"/>
              </a:rPr>
              <a:t>forms,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30" dirty="0">
                <a:latin typeface="Arial MT"/>
                <a:cs typeface="Arial MT"/>
              </a:rPr>
              <a:t>some</a:t>
            </a:r>
            <a:r>
              <a:rPr sz="2800" spc="-330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optimised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for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spc="-95" dirty="0">
                <a:latin typeface="Arial MT"/>
                <a:cs typeface="Arial MT"/>
              </a:rPr>
              <a:t>speed,power,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  <a:p>
            <a:pPr marL="318770" marR="61594" indent="-306705">
              <a:lnSpc>
                <a:spcPts val="3000"/>
              </a:lnSpc>
              <a:spcBef>
                <a:spcPts val="509"/>
              </a:spcBef>
              <a:buChar char="–"/>
              <a:tabLst>
                <a:tab pos="319405" algn="l"/>
              </a:tabLst>
            </a:pPr>
            <a:r>
              <a:rPr sz="2800" spc="-85" dirty="0">
                <a:latin typeface="Arial MT"/>
                <a:cs typeface="Arial MT"/>
              </a:rPr>
              <a:t>high</a:t>
            </a:r>
            <a:r>
              <a:rPr sz="2800" spc="-185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speed</a:t>
            </a:r>
            <a:r>
              <a:rPr sz="2800" spc="-345" dirty="0">
                <a:latin typeface="Arial MT"/>
                <a:cs typeface="Arial MT"/>
              </a:rPr>
              <a:t> </a:t>
            </a:r>
            <a:r>
              <a:rPr sz="2800" spc="-120" dirty="0">
                <a:latin typeface="Arial MT"/>
                <a:cs typeface="Arial MT"/>
              </a:rPr>
              <a:t>versions</a:t>
            </a:r>
            <a:r>
              <a:rPr sz="2800" spc="-295" dirty="0">
                <a:latin typeface="Arial MT"/>
                <a:cs typeface="Arial MT"/>
              </a:rPr>
              <a:t> </a:t>
            </a:r>
            <a:r>
              <a:rPr sz="2800" spc="-100" dirty="0">
                <a:latin typeface="Arial MT"/>
                <a:cs typeface="Arial MT"/>
              </a:rPr>
              <a:t>comparable</a:t>
            </a:r>
            <a:r>
              <a:rPr sz="2800" spc="-254" dirty="0">
                <a:latin typeface="Arial MT"/>
                <a:cs typeface="Arial MT"/>
              </a:rPr>
              <a:t> </a:t>
            </a:r>
            <a:r>
              <a:rPr sz="2800" spc="10" dirty="0">
                <a:latin typeface="Arial MT"/>
                <a:cs typeface="Arial MT"/>
              </a:rPr>
              <a:t>to</a:t>
            </a:r>
            <a:r>
              <a:rPr sz="2800" spc="65" dirty="0">
                <a:latin typeface="Arial MT"/>
                <a:cs typeface="Arial MT"/>
              </a:rPr>
              <a:t> </a:t>
            </a:r>
            <a:r>
              <a:rPr sz="2800" spc="-195" dirty="0">
                <a:latin typeface="Arial MT"/>
                <a:cs typeface="Arial MT"/>
              </a:rPr>
              <a:t>CMOS(~</a:t>
            </a:r>
            <a:r>
              <a:rPr sz="2800" spc="-32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1.5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ns)</a:t>
            </a:r>
            <a:endParaRPr sz="2800">
              <a:latin typeface="Arial MT"/>
              <a:cs typeface="Arial MT"/>
            </a:endParaRPr>
          </a:p>
          <a:p>
            <a:pPr marL="318770" indent="-306705">
              <a:lnSpc>
                <a:spcPct val="100000"/>
              </a:lnSpc>
              <a:spcBef>
                <a:spcPts val="165"/>
              </a:spcBef>
              <a:buChar char="–"/>
              <a:tabLst>
                <a:tab pos="319405" algn="l"/>
              </a:tabLst>
            </a:pPr>
            <a:r>
              <a:rPr sz="2800" spc="-65" dirty="0">
                <a:latin typeface="Arial MT"/>
                <a:cs typeface="Arial MT"/>
              </a:rPr>
              <a:t>lo</a:t>
            </a:r>
            <a:r>
              <a:rPr sz="2800" spc="-75" dirty="0">
                <a:latin typeface="Arial MT"/>
                <a:cs typeface="Arial MT"/>
              </a:rPr>
              <a:t>w</a:t>
            </a:r>
            <a:r>
              <a:rPr sz="2800" spc="-65" dirty="0">
                <a:latin typeface="Arial MT"/>
                <a:cs typeface="Arial MT"/>
              </a:rPr>
              <a:t>-po</a:t>
            </a:r>
            <a:r>
              <a:rPr sz="2800" spc="-70" dirty="0">
                <a:latin typeface="Arial MT"/>
                <a:cs typeface="Arial MT"/>
              </a:rPr>
              <a:t>w</a:t>
            </a:r>
            <a:r>
              <a:rPr sz="2800" spc="-65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r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version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290" dirty="0">
                <a:latin typeface="Arial MT"/>
                <a:cs typeface="Arial MT"/>
              </a:rPr>
              <a:t> </a:t>
            </a:r>
            <a:r>
              <a:rPr sz="2800" spc="-75" dirty="0">
                <a:latin typeface="Arial MT"/>
                <a:cs typeface="Arial MT"/>
              </a:rPr>
              <a:t>do</a:t>
            </a:r>
            <a:r>
              <a:rPr sz="2800" spc="-85" dirty="0">
                <a:latin typeface="Arial MT"/>
                <a:cs typeface="Arial MT"/>
              </a:rPr>
              <a:t>w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20" dirty="0">
                <a:latin typeface="Arial MT"/>
                <a:cs typeface="Arial MT"/>
              </a:rPr>
              <a:t>t</a:t>
            </a:r>
            <a:r>
              <a:rPr sz="2800" spc="-5" dirty="0">
                <a:latin typeface="Arial MT"/>
                <a:cs typeface="Arial MT"/>
              </a:rPr>
              <a:t>o</a:t>
            </a:r>
            <a:r>
              <a:rPr sz="2800" spc="65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abou</a:t>
            </a:r>
            <a:r>
              <a:rPr sz="2800" dirty="0">
                <a:latin typeface="Arial MT"/>
                <a:cs typeface="Arial MT"/>
              </a:rPr>
              <a:t>t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45" dirty="0">
                <a:latin typeface="Arial MT"/>
                <a:cs typeface="Arial MT"/>
              </a:rPr>
              <a:t>1</a:t>
            </a:r>
            <a:r>
              <a:rPr sz="2800" spc="-70" dirty="0">
                <a:latin typeface="Arial MT"/>
                <a:cs typeface="Arial MT"/>
              </a:rPr>
              <a:t>mW</a:t>
            </a:r>
            <a:r>
              <a:rPr sz="2800" spc="-60" dirty="0">
                <a:latin typeface="Arial MT"/>
                <a:cs typeface="Arial MT"/>
              </a:rPr>
              <a:t>/</a:t>
            </a:r>
            <a:r>
              <a:rPr sz="2800" spc="-65" dirty="0">
                <a:latin typeface="Arial MT"/>
                <a:cs typeface="Arial MT"/>
              </a:rPr>
              <a:t>ga</a:t>
            </a:r>
            <a:r>
              <a:rPr sz="2800" spc="-60" dirty="0">
                <a:latin typeface="Arial MT"/>
                <a:cs typeface="Arial MT"/>
              </a:rPr>
              <a:t>t</a:t>
            </a:r>
            <a:r>
              <a:rPr sz="2800" spc="-5" dirty="0">
                <a:latin typeface="Arial MT"/>
                <a:cs typeface="Arial MT"/>
              </a:rPr>
              <a:t>e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2466" y="461263"/>
            <a:ext cx="62699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260" dirty="0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b="1" spc="-275" dirty="0">
                <a:solidFill>
                  <a:srgbClr val="0000FF"/>
                </a:solidFill>
                <a:latin typeface="Trebuchet MS"/>
                <a:cs typeface="Trebuchet MS"/>
              </a:rPr>
              <a:t>mi</a:t>
            </a:r>
            <a:r>
              <a:rPr b="1" spc="-260" dirty="0">
                <a:solidFill>
                  <a:srgbClr val="0000FF"/>
                </a:solidFill>
                <a:latin typeface="Trebuchet MS"/>
                <a:cs typeface="Trebuchet MS"/>
              </a:rPr>
              <a:t>tt</a:t>
            </a:r>
            <a:r>
              <a:rPr b="1" spc="-265" dirty="0">
                <a:solidFill>
                  <a:srgbClr val="0000FF"/>
                </a:solidFill>
                <a:latin typeface="Trebuchet MS"/>
                <a:cs typeface="Trebuchet MS"/>
              </a:rPr>
              <a:t>er-c</a:t>
            </a:r>
            <a:r>
              <a:rPr b="1" spc="-275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b="1" spc="-265" dirty="0">
                <a:solidFill>
                  <a:srgbClr val="0000FF"/>
                </a:solidFill>
                <a:latin typeface="Trebuchet MS"/>
                <a:cs typeface="Trebuchet MS"/>
              </a:rPr>
              <a:t>u</a:t>
            </a:r>
            <a:r>
              <a:rPr b="1" spc="-280" dirty="0">
                <a:solidFill>
                  <a:srgbClr val="0000FF"/>
                </a:solidFill>
                <a:latin typeface="Trebuchet MS"/>
                <a:cs typeface="Trebuchet MS"/>
              </a:rPr>
              <a:t>p</a:t>
            </a:r>
            <a:r>
              <a:rPr b="1" spc="-27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b="1" spc="-265" dirty="0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d</a:t>
            </a:r>
            <a:r>
              <a:rPr b="1" spc="-57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b="1" spc="-229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b="1" spc="-225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b="1" spc="-229" dirty="0">
                <a:solidFill>
                  <a:srgbClr val="0000FF"/>
                </a:solidFill>
                <a:latin typeface="Trebuchet MS"/>
                <a:cs typeface="Trebuchet MS"/>
              </a:rPr>
              <a:t>g</a:t>
            </a:r>
            <a:r>
              <a:rPr b="1" spc="-235" dirty="0">
                <a:solidFill>
                  <a:srgbClr val="0000FF"/>
                </a:solidFill>
                <a:latin typeface="Trebuchet MS"/>
                <a:cs typeface="Trebuchet MS"/>
              </a:rPr>
              <a:t>i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b="1" spc="-71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b="1" spc="-360" dirty="0">
                <a:solidFill>
                  <a:srgbClr val="0000FF"/>
                </a:solidFill>
                <a:latin typeface="Trebuchet MS"/>
                <a:cs typeface="Trebuchet MS"/>
              </a:rPr>
              <a:t>(EC</a:t>
            </a:r>
            <a:r>
              <a:rPr b="1" spc="-37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7232" y="1600276"/>
            <a:ext cx="7440930" cy="4140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8770" marR="846455" indent="-306705">
              <a:lnSpc>
                <a:spcPct val="100000"/>
              </a:lnSpc>
              <a:spcBef>
                <a:spcPts val="95"/>
              </a:spcBef>
              <a:buChar char="–"/>
              <a:tabLst>
                <a:tab pos="319405" algn="l"/>
              </a:tabLst>
            </a:pPr>
            <a:r>
              <a:rPr sz="2800" spc="-150" dirty="0">
                <a:latin typeface="Arial MT"/>
                <a:cs typeface="Arial MT"/>
              </a:rPr>
              <a:t>based </a:t>
            </a:r>
            <a:r>
              <a:rPr sz="2800" spc="-45" dirty="0">
                <a:latin typeface="Arial MT"/>
                <a:cs typeface="Arial MT"/>
              </a:rPr>
              <a:t>on </a:t>
            </a:r>
            <a:r>
              <a:rPr sz="2800" spc="-55" dirty="0">
                <a:latin typeface="Arial MT"/>
                <a:cs typeface="Arial MT"/>
              </a:rPr>
              <a:t>bipolar </a:t>
            </a:r>
            <a:r>
              <a:rPr sz="2800" spc="-85" dirty="0">
                <a:latin typeface="Arial MT"/>
                <a:cs typeface="Arial MT"/>
              </a:rPr>
              <a:t>transistors, </a:t>
            </a:r>
            <a:r>
              <a:rPr sz="2800" spc="-10" dirty="0">
                <a:latin typeface="Arial MT"/>
                <a:cs typeface="Arial MT"/>
              </a:rPr>
              <a:t>but </a:t>
            </a:r>
            <a:r>
              <a:rPr sz="2800" spc="-114" dirty="0">
                <a:latin typeface="Arial MT"/>
                <a:cs typeface="Arial MT"/>
              </a:rPr>
              <a:t>removes 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95" dirty="0">
                <a:latin typeface="Arial MT"/>
                <a:cs typeface="Arial MT"/>
              </a:rPr>
              <a:t>p</a:t>
            </a:r>
            <a:r>
              <a:rPr sz="2800" spc="-100" dirty="0">
                <a:latin typeface="Arial MT"/>
                <a:cs typeface="Arial MT"/>
              </a:rPr>
              <a:t>r</a:t>
            </a:r>
            <a:r>
              <a:rPr sz="2800" spc="-95" dirty="0">
                <a:latin typeface="Arial MT"/>
                <a:cs typeface="Arial MT"/>
              </a:rPr>
              <a:t>ob</a:t>
            </a:r>
            <a:r>
              <a:rPr sz="2800" spc="-100" dirty="0">
                <a:latin typeface="Arial MT"/>
                <a:cs typeface="Arial MT"/>
              </a:rPr>
              <a:t>l</a:t>
            </a:r>
            <a:r>
              <a:rPr sz="2800" spc="-95" dirty="0">
                <a:latin typeface="Arial MT"/>
                <a:cs typeface="Arial MT"/>
              </a:rPr>
              <a:t>e</a:t>
            </a:r>
            <a:r>
              <a:rPr sz="2800" spc="-105" dirty="0">
                <a:latin typeface="Arial MT"/>
                <a:cs typeface="Arial MT"/>
              </a:rPr>
              <a:t>m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2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120" dirty="0">
                <a:latin typeface="Arial MT"/>
                <a:cs typeface="Arial MT"/>
              </a:rPr>
              <a:t>s</a:t>
            </a:r>
            <a:r>
              <a:rPr sz="2800" spc="-125" dirty="0">
                <a:latin typeface="Arial MT"/>
                <a:cs typeface="Arial MT"/>
              </a:rPr>
              <a:t>t</a:t>
            </a:r>
            <a:r>
              <a:rPr sz="2800" spc="-120" dirty="0">
                <a:latin typeface="Arial MT"/>
                <a:cs typeface="Arial MT"/>
              </a:rPr>
              <a:t>orag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229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t</a:t>
            </a:r>
            <a:r>
              <a:rPr sz="2800" spc="-25" dirty="0">
                <a:latin typeface="Arial MT"/>
                <a:cs typeface="Arial MT"/>
              </a:rPr>
              <a:t>i</a:t>
            </a:r>
            <a:r>
              <a:rPr sz="2800" spc="-35" dirty="0">
                <a:latin typeface="Arial MT"/>
                <a:cs typeface="Arial MT"/>
              </a:rPr>
              <a:t>m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b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23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preven</a:t>
            </a:r>
            <a:r>
              <a:rPr sz="2800" spc="-90" dirty="0">
                <a:latin typeface="Arial MT"/>
                <a:cs typeface="Arial MT"/>
              </a:rPr>
              <a:t>ti</a:t>
            </a:r>
            <a:r>
              <a:rPr sz="2800" spc="-85" dirty="0">
                <a:latin typeface="Arial MT"/>
                <a:cs typeface="Arial MT"/>
              </a:rPr>
              <a:t>n</a:t>
            </a:r>
            <a:r>
              <a:rPr sz="2800" spc="165" dirty="0">
                <a:latin typeface="Arial MT"/>
                <a:cs typeface="Arial MT"/>
              </a:rPr>
              <a:t>g</a:t>
            </a:r>
            <a:r>
              <a:rPr sz="2800" spc="-50" dirty="0">
                <a:latin typeface="Arial MT"/>
                <a:cs typeface="Arial MT"/>
              </a:rPr>
              <a:t>th</a:t>
            </a:r>
            <a:r>
              <a:rPr sz="2800" spc="-5" dirty="0">
                <a:latin typeface="Arial MT"/>
                <a:cs typeface="Arial MT"/>
              </a:rPr>
              <a:t>e  </a:t>
            </a:r>
            <a:r>
              <a:rPr sz="2800" spc="-90" dirty="0">
                <a:latin typeface="Arial MT"/>
                <a:cs typeface="Arial MT"/>
              </a:rPr>
              <a:t>t</a:t>
            </a:r>
            <a:r>
              <a:rPr sz="2800" spc="-85" dirty="0">
                <a:latin typeface="Arial MT"/>
                <a:cs typeface="Arial MT"/>
              </a:rPr>
              <a:t>rans</a:t>
            </a:r>
            <a:r>
              <a:rPr sz="2800" spc="-90" dirty="0">
                <a:latin typeface="Arial MT"/>
                <a:cs typeface="Arial MT"/>
              </a:rPr>
              <a:t>i</a:t>
            </a:r>
            <a:r>
              <a:rPr sz="2800" spc="-95" dirty="0">
                <a:latin typeface="Arial MT"/>
                <a:cs typeface="Arial MT"/>
              </a:rPr>
              <a:t>s</a:t>
            </a:r>
            <a:r>
              <a:rPr sz="2800" spc="-100" dirty="0">
                <a:latin typeface="Arial MT"/>
                <a:cs typeface="Arial MT"/>
              </a:rPr>
              <a:t>t</a:t>
            </a:r>
            <a:r>
              <a:rPr sz="2800" spc="-85" dirty="0">
                <a:latin typeface="Arial MT"/>
                <a:cs typeface="Arial MT"/>
              </a:rPr>
              <a:t>o</a:t>
            </a:r>
            <a:r>
              <a:rPr sz="2800" spc="-100" dirty="0">
                <a:latin typeface="Arial MT"/>
                <a:cs typeface="Arial MT"/>
              </a:rPr>
              <a:t>r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210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f</a:t>
            </a:r>
            <a:r>
              <a:rPr sz="2800" spc="-25" dirty="0">
                <a:latin typeface="Arial MT"/>
                <a:cs typeface="Arial MT"/>
              </a:rPr>
              <a:t>ro</a:t>
            </a:r>
            <a:r>
              <a:rPr sz="2800" spc="-5" dirty="0">
                <a:latin typeface="Arial MT"/>
                <a:cs typeface="Arial MT"/>
              </a:rPr>
              <a:t>m</a:t>
            </a:r>
            <a:r>
              <a:rPr sz="2800" spc="-22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sa</a:t>
            </a:r>
            <a:r>
              <a:rPr sz="2800" spc="-90" dirty="0">
                <a:latin typeface="Arial MT"/>
                <a:cs typeface="Arial MT"/>
              </a:rPr>
              <a:t>t</a:t>
            </a:r>
            <a:r>
              <a:rPr sz="2800" spc="-85" dirty="0">
                <a:latin typeface="Arial MT"/>
                <a:cs typeface="Arial MT"/>
              </a:rPr>
              <a:t>ura</a:t>
            </a:r>
            <a:r>
              <a:rPr sz="2800" spc="-90" dirty="0">
                <a:latin typeface="Arial MT"/>
                <a:cs typeface="Arial MT"/>
              </a:rPr>
              <a:t>ti</a:t>
            </a:r>
            <a:r>
              <a:rPr sz="2800" spc="-85" dirty="0">
                <a:latin typeface="Arial MT"/>
                <a:cs typeface="Arial MT"/>
              </a:rPr>
              <a:t>n</a:t>
            </a:r>
            <a:r>
              <a:rPr sz="2800" spc="-5" dirty="0">
                <a:latin typeface="Arial MT"/>
                <a:cs typeface="Arial MT"/>
              </a:rPr>
              <a:t>g</a:t>
            </a:r>
            <a:endParaRPr sz="2800">
              <a:latin typeface="Arial MT"/>
              <a:cs typeface="Arial MT"/>
            </a:endParaRPr>
          </a:p>
          <a:p>
            <a:pPr marL="318770" marR="5080" indent="-306705">
              <a:lnSpc>
                <a:spcPts val="3300"/>
              </a:lnSpc>
              <a:spcBef>
                <a:spcPts val="800"/>
              </a:spcBef>
              <a:buChar char="–"/>
              <a:tabLst>
                <a:tab pos="319405" algn="l"/>
              </a:tabLst>
            </a:pPr>
            <a:r>
              <a:rPr sz="2800" spc="-110" dirty="0">
                <a:latin typeface="Arial MT"/>
                <a:cs typeface="Arial MT"/>
              </a:rPr>
              <a:t>ver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215" dirty="0">
                <a:latin typeface="Arial MT"/>
                <a:cs typeface="Arial MT"/>
              </a:rPr>
              <a:t> </a:t>
            </a:r>
            <a:r>
              <a:rPr sz="2800" spc="-70" dirty="0">
                <a:latin typeface="Arial MT"/>
                <a:cs typeface="Arial MT"/>
              </a:rPr>
              <a:t>f</a:t>
            </a:r>
            <a:r>
              <a:rPr sz="2800" spc="-75" dirty="0">
                <a:latin typeface="Arial MT"/>
                <a:cs typeface="Arial MT"/>
              </a:rPr>
              <a:t>as</a:t>
            </a:r>
            <a:r>
              <a:rPr sz="2800" dirty="0">
                <a:latin typeface="Arial MT"/>
                <a:cs typeface="Arial MT"/>
              </a:rPr>
              <a:t>t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opera</a:t>
            </a:r>
            <a:r>
              <a:rPr sz="2800" spc="-60" dirty="0">
                <a:latin typeface="Arial MT"/>
                <a:cs typeface="Arial MT"/>
              </a:rPr>
              <a:t>t</a:t>
            </a:r>
            <a:r>
              <a:rPr sz="2800" spc="-65" dirty="0">
                <a:latin typeface="Arial MT"/>
                <a:cs typeface="Arial MT"/>
              </a:rPr>
              <a:t>io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-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propagatio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spc="-160" dirty="0">
                <a:latin typeface="Arial MT"/>
                <a:cs typeface="Arial MT"/>
              </a:rPr>
              <a:t>delay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3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</a:t>
            </a:r>
            <a:r>
              <a:rPr sz="2800" spc="-500" dirty="0">
                <a:latin typeface="Arial MT"/>
                <a:cs typeface="Arial MT"/>
              </a:rPr>
              <a:t> </a:t>
            </a:r>
            <a:r>
              <a:rPr sz="2800" spc="-185" dirty="0">
                <a:latin typeface="Arial MT"/>
                <a:cs typeface="Arial MT"/>
              </a:rPr>
              <a:t>1n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35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o</a:t>
            </a:r>
            <a:r>
              <a:rPr sz="2800" spc="-5" dirty="0">
                <a:latin typeface="Arial MT"/>
                <a:cs typeface="Arial MT"/>
              </a:rPr>
              <a:t>r  </a:t>
            </a:r>
            <a:r>
              <a:rPr sz="2800" spc="-145" dirty="0">
                <a:latin typeface="Arial MT"/>
                <a:cs typeface="Arial MT"/>
              </a:rPr>
              <a:t>less</a:t>
            </a:r>
            <a:endParaRPr sz="2800">
              <a:latin typeface="Arial MT"/>
              <a:cs typeface="Arial MT"/>
            </a:endParaRPr>
          </a:p>
          <a:p>
            <a:pPr marL="318770" indent="-306705">
              <a:lnSpc>
                <a:spcPct val="100000"/>
              </a:lnSpc>
              <a:spcBef>
                <a:spcPts val="405"/>
              </a:spcBef>
              <a:buChar char="–"/>
              <a:tabLst>
                <a:tab pos="319405" algn="l"/>
              </a:tabLst>
            </a:pPr>
            <a:r>
              <a:rPr sz="2800" spc="-110" dirty="0">
                <a:latin typeface="Arial MT"/>
                <a:cs typeface="Arial MT"/>
              </a:rPr>
              <a:t>hig</a:t>
            </a:r>
            <a:r>
              <a:rPr sz="2800" spc="-5" dirty="0">
                <a:latin typeface="Arial MT"/>
                <a:cs typeface="Arial MT"/>
              </a:rPr>
              <a:t>h</a:t>
            </a:r>
            <a:r>
              <a:rPr sz="2800" spc="-185" dirty="0">
                <a:latin typeface="Arial MT"/>
                <a:cs typeface="Arial MT"/>
              </a:rPr>
              <a:t> </a:t>
            </a:r>
            <a:r>
              <a:rPr sz="2800" spc="-75" dirty="0">
                <a:latin typeface="Arial MT"/>
                <a:cs typeface="Arial MT"/>
              </a:rPr>
              <a:t>po</a:t>
            </a:r>
            <a:r>
              <a:rPr sz="2800" spc="-85" dirty="0">
                <a:latin typeface="Arial MT"/>
                <a:cs typeface="Arial MT"/>
              </a:rPr>
              <a:t>w</a:t>
            </a:r>
            <a:r>
              <a:rPr sz="2800" spc="-75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r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consu</a:t>
            </a:r>
            <a:r>
              <a:rPr sz="2800" spc="-90" dirty="0">
                <a:latin typeface="Arial MT"/>
                <a:cs typeface="Arial MT"/>
              </a:rPr>
              <a:t>m</a:t>
            </a:r>
            <a:r>
              <a:rPr sz="2800" spc="-85" dirty="0">
                <a:latin typeface="Arial MT"/>
                <a:cs typeface="Arial MT"/>
              </a:rPr>
              <a:t>p</a:t>
            </a:r>
            <a:r>
              <a:rPr sz="2800" spc="-100" dirty="0">
                <a:latin typeface="Arial MT"/>
                <a:cs typeface="Arial MT"/>
              </a:rPr>
              <a:t>t</a:t>
            </a:r>
            <a:r>
              <a:rPr sz="2800" spc="-90" dirty="0">
                <a:latin typeface="Arial MT"/>
                <a:cs typeface="Arial MT"/>
              </a:rPr>
              <a:t>i</a:t>
            </a:r>
            <a:r>
              <a:rPr sz="2800" spc="-95" dirty="0">
                <a:latin typeface="Arial MT"/>
                <a:cs typeface="Arial MT"/>
              </a:rPr>
              <a:t>o</a:t>
            </a:r>
            <a:r>
              <a:rPr sz="2800" spc="-85" dirty="0">
                <a:latin typeface="Arial MT"/>
                <a:cs typeface="Arial MT"/>
              </a:rPr>
              <a:t>n</a:t>
            </a:r>
            <a:r>
              <a:rPr sz="2800" spc="-5" dirty="0">
                <a:latin typeface="Arial MT"/>
                <a:cs typeface="Arial MT"/>
              </a:rPr>
              <a:t>,</a:t>
            </a:r>
            <a:r>
              <a:rPr sz="2800" spc="-225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perhap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265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6</a:t>
            </a:r>
            <a:r>
              <a:rPr sz="2800" spc="-5" dirty="0">
                <a:latin typeface="Arial MT"/>
                <a:cs typeface="Arial MT"/>
              </a:rPr>
              <a:t>0</a:t>
            </a:r>
            <a:r>
              <a:rPr sz="2800" spc="-509" dirty="0">
                <a:latin typeface="Arial MT"/>
                <a:cs typeface="Arial MT"/>
              </a:rPr>
              <a:t> </a:t>
            </a:r>
            <a:r>
              <a:rPr sz="2800" spc="-70" dirty="0">
                <a:latin typeface="Arial MT"/>
                <a:cs typeface="Arial MT"/>
              </a:rPr>
              <a:t>m</a:t>
            </a:r>
            <a:r>
              <a:rPr sz="2800" spc="-65" dirty="0">
                <a:latin typeface="Arial MT"/>
                <a:cs typeface="Arial MT"/>
              </a:rPr>
              <a:t>W/gat</a:t>
            </a:r>
            <a:r>
              <a:rPr sz="2800" spc="-5" dirty="0">
                <a:latin typeface="Arial MT"/>
                <a:cs typeface="Arial MT"/>
              </a:rPr>
              <a:t>e</a:t>
            </a:r>
            <a:endParaRPr sz="2800">
              <a:latin typeface="Arial MT"/>
              <a:cs typeface="Arial MT"/>
            </a:endParaRPr>
          </a:p>
          <a:p>
            <a:pPr marL="318770" indent="-306705">
              <a:lnSpc>
                <a:spcPct val="100000"/>
              </a:lnSpc>
              <a:spcBef>
                <a:spcPts val="505"/>
              </a:spcBef>
              <a:buChar char="–"/>
              <a:tabLst>
                <a:tab pos="319405" algn="l"/>
              </a:tabLst>
            </a:pPr>
            <a:r>
              <a:rPr sz="2800" spc="-40" dirty="0">
                <a:latin typeface="Arial MT"/>
                <a:cs typeface="Arial MT"/>
              </a:rPr>
              <a:t>lo</a:t>
            </a:r>
            <a:r>
              <a:rPr sz="2800" spc="-5" dirty="0">
                <a:latin typeface="Arial MT"/>
                <a:cs typeface="Arial MT"/>
              </a:rPr>
              <a:t>w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nois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24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i</a:t>
            </a:r>
            <a:r>
              <a:rPr sz="2800" spc="-60" dirty="0">
                <a:latin typeface="Arial MT"/>
                <a:cs typeface="Arial MT"/>
              </a:rPr>
              <a:t>mm</a:t>
            </a:r>
            <a:r>
              <a:rPr sz="2800" spc="-50" dirty="0">
                <a:latin typeface="Arial MT"/>
                <a:cs typeface="Arial MT"/>
              </a:rPr>
              <a:t>uni</a:t>
            </a:r>
            <a:r>
              <a:rPr sz="2800" spc="-45" dirty="0">
                <a:latin typeface="Arial MT"/>
                <a:cs typeface="Arial MT"/>
              </a:rPr>
              <a:t>t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abou</a:t>
            </a:r>
            <a:r>
              <a:rPr sz="2800" spc="125" dirty="0">
                <a:latin typeface="Arial MT"/>
                <a:cs typeface="Arial MT"/>
              </a:rPr>
              <a:t>t</a:t>
            </a:r>
            <a:r>
              <a:rPr sz="2800" spc="-120" dirty="0">
                <a:latin typeface="Arial MT"/>
                <a:cs typeface="Arial MT"/>
              </a:rPr>
              <a:t>0.</a:t>
            </a:r>
            <a:r>
              <a:rPr sz="2800" spc="-125" dirty="0">
                <a:latin typeface="Arial MT"/>
                <a:cs typeface="Arial MT"/>
              </a:rPr>
              <a:t>2-</a:t>
            </a:r>
            <a:r>
              <a:rPr sz="2800" spc="-120" dirty="0">
                <a:latin typeface="Arial MT"/>
                <a:cs typeface="Arial MT"/>
              </a:rPr>
              <a:t>0.2</a:t>
            </a:r>
            <a:r>
              <a:rPr sz="2800" spc="-5" dirty="0">
                <a:latin typeface="Arial MT"/>
                <a:cs typeface="Arial MT"/>
              </a:rPr>
              <a:t>5</a:t>
            </a:r>
            <a:r>
              <a:rPr sz="2800" spc="-24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V</a:t>
            </a:r>
            <a:endParaRPr sz="2800">
              <a:latin typeface="Arial MT"/>
              <a:cs typeface="Arial MT"/>
            </a:endParaRPr>
          </a:p>
          <a:p>
            <a:pPr marL="318770" marR="222885" indent="-306705">
              <a:lnSpc>
                <a:spcPts val="3300"/>
              </a:lnSpc>
              <a:spcBef>
                <a:spcPts val="800"/>
              </a:spcBef>
              <a:buChar char="–"/>
              <a:tabLst>
                <a:tab pos="319405" algn="l"/>
              </a:tabLst>
            </a:pPr>
            <a:r>
              <a:rPr sz="2800" spc="-170" dirty="0">
                <a:latin typeface="Arial MT"/>
                <a:cs typeface="Arial MT"/>
              </a:rPr>
              <a:t>use</a:t>
            </a:r>
            <a:r>
              <a:rPr sz="2800" spc="-5" dirty="0">
                <a:latin typeface="Arial MT"/>
                <a:cs typeface="Arial MT"/>
              </a:rPr>
              <a:t>d</a:t>
            </a:r>
            <a:r>
              <a:rPr sz="2800" spc="-315" dirty="0">
                <a:latin typeface="Arial MT"/>
                <a:cs typeface="Arial MT"/>
              </a:rPr>
              <a:t> </a:t>
            </a:r>
            <a:r>
              <a:rPr sz="2800" spc="-40" dirty="0">
                <a:latin typeface="Arial MT"/>
                <a:cs typeface="Arial MT"/>
              </a:rPr>
              <a:t>i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so</a:t>
            </a:r>
            <a:r>
              <a:rPr sz="2800" spc="-175" dirty="0">
                <a:latin typeface="Arial MT"/>
                <a:cs typeface="Arial MT"/>
              </a:rPr>
              <a:t>m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335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hig</a:t>
            </a:r>
            <a:r>
              <a:rPr sz="2800" spc="-5" dirty="0">
                <a:latin typeface="Arial MT"/>
                <a:cs typeface="Arial MT"/>
              </a:rPr>
              <a:t>h</a:t>
            </a:r>
            <a:r>
              <a:rPr sz="2800" spc="-200" dirty="0">
                <a:latin typeface="Arial MT"/>
                <a:cs typeface="Arial MT"/>
              </a:rPr>
              <a:t> </a:t>
            </a:r>
            <a:r>
              <a:rPr sz="2800" spc="-165" dirty="0">
                <a:latin typeface="Arial MT"/>
                <a:cs typeface="Arial MT"/>
              </a:rPr>
              <a:t>spee</a:t>
            </a:r>
            <a:r>
              <a:rPr sz="2800" spc="-5" dirty="0">
                <a:latin typeface="Arial MT"/>
                <a:cs typeface="Arial MT"/>
              </a:rPr>
              <a:t>d</a:t>
            </a:r>
            <a:r>
              <a:rPr sz="2800" spc="-350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special</a:t>
            </a:r>
            <a:r>
              <a:rPr sz="2800" spc="-125" dirty="0">
                <a:latin typeface="Arial MT"/>
                <a:cs typeface="Arial MT"/>
              </a:rPr>
              <a:t>i</a:t>
            </a:r>
            <a:r>
              <a:rPr sz="2800" spc="-110" dirty="0">
                <a:latin typeface="Arial MT"/>
                <a:cs typeface="Arial MT"/>
              </a:rPr>
              <a:t>s</a:t>
            </a:r>
            <a:r>
              <a:rPr sz="2800" spc="-5" dirty="0">
                <a:latin typeface="Arial MT"/>
                <a:cs typeface="Arial MT"/>
              </a:rPr>
              <a:t>t</a:t>
            </a:r>
            <a:r>
              <a:rPr sz="2800" spc="-27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app</a:t>
            </a:r>
            <a:r>
              <a:rPr sz="2800" spc="-90" dirty="0">
                <a:latin typeface="Arial MT"/>
                <a:cs typeface="Arial MT"/>
              </a:rPr>
              <a:t>li</a:t>
            </a:r>
            <a:r>
              <a:rPr sz="2800" spc="-85" dirty="0">
                <a:latin typeface="Arial MT"/>
                <a:cs typeface="Arial MT"/>
              </a:rPr>
              <a:t>ca</a:t>
            </a:r>
            <a:r>
              <a:rPr sz="2800" spc="-100" dirty="0">
                <a:latin typeface="Arial MT"/>
                <a:cs typeface="Arial MT"/>
              </a:rPr>
              <a:t>t</a:t>
            </a:r>
            <a:r>
              <a:rPr sz="2800" spc="-90" dirty="0">
                <a:latin typeface="Arial MT"/>
                <a:cs typeface="Arial MT"/>
              </a:rPr>
              <a:t>i</a:t>
            </a:r>
            <a:r>
              <a:rPr sz="2800" spc="-95" dirty="0">
                <a:latin typeface="Arial MT"/>
                <a:cs typeface="Arial MT"/>
              </a:rPr>
              <a:t>o</a:t>
            </a:r>
            <a:r>
              <a:rPr sz="2800" spc="-85" dirty="0">
                <a:latin typeface="Arial MT"/>
                <a:cs typeface="Arial MT"/>
              </a:rPr>
              <a:t>n</a:t>
            </a:r>
            <a:r>
              <a:rPr sz="2800" spc="-95" dirty="0">
                <a:latin typeface="Arial MT"/>
                <a:cs typeface="Arial MT"/>
              </a:rPr>
              <a:t>s</a:t>
            </a:r>
            <a:r>
              <a:rPr sz="2800" spc="-5" dirty="0">
                <a:latin typeface="Arial MT"/>
                <a:cs typeface="Arial MT"/>
              </a:rPr>
              <a:t>,  b</a:t>
            </a:r>
            <a:r>
              <a:rPr sz="2800" spc="-20" dirty="0">
                <a:latin typeface="Arial MT"/>
                <a:cs typeface="Arial MT"/>
              </a:rPr>
              <a:t>u</a:t>
            </a:r>
            <a:r>
              <a:rPr sz="2800" spc="-5" dirty="0">
                <a:latin typeface="Arial MT"/>
                <a:cs typeface="Arial MT"/>
              </a:rPr>
              <a:t>t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75" dirty="0">
                <a:latin typeface="Arial MT"/>
                <a:cs typeface="Arial MT"/>
              </a:rPr>
              <a:t>no</a:t>
            </a:r>
            <a:r>
              <a:rPr sz="2800" spc="-5" dirty="0">
                <a:latin typeface="Arial MT"/>
                <a:cs typeface="Arial MT"/>
              </a:rPr>
              <a:t>w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0" dirty="0">
                <a:latin typeface="Arial MT"/>
                <a:cs typeface="Arial MT"/>
              </a:rPr>
              <a:t>l</a:t>
            </a:r>
            <a:r>
              <a:rPr sz="2800" spc="-95" dirty="0">
                <a:latin typeface="Arial MT"/>
                <a:cs typeface="Arial MT"/>
              </a:rPr>
              <a:t>a</a:t>
            </a:r>
            <a:r>
              <a:rPr sz="2800" spc="-100" dirty="0">
                <a:latin typeface="Arial MT"/>
                <a:cs typeface="Arial MT"/>
              </a:rPr>
              <a:t>r</a:t>
            </a:r>
            <a:r>
              <a:rPr sz="2800" spc="-95" dirty="0">
                <a:latin typeface="Arial MT"/>
                <a:cs typeface="Arial MT"/>
              </a:rPr>
              <a:t>ge</a:t>
            </a:r>
            <a:r>
              <a:rPr sz="2800" spc="-100" dirty="0">
                <a:latin typeface="Arial MT"/>
                <a:cs typeface="Arial MT"/>
              </a:rPr>
              <a:t>l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225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replace</a:t>
            </a:r>
            <a:r>
              <a:rPr sz="2800" spc="-5" dirty="0">
                <a:latin typeface="Arial MT"/>
                <a:cs typeface="Arial MT"/>
              </a:rPr>
              <a:t>d</a:t>
            </a:r>
            <a:r>
              <a:rPr sz="2800" spc="-260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b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229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hig</a:t>
            </a:r>
            <a:r>
              <a:rPr sz="2800" spc="-5" dirty="0">
                <a:latin typeface="Arial MT"/>
                <a:cs typeface="Arial MT"/>
              </a:rPr>
              <a:t>h</a:t>
            </a:r>
            <a:r>
              <a:rPr sz="2800" spc="-185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spee</a:t>
            </a:r>
            <a:r>
              <a:rPr sz="2800" spc="55" dirty="0">
                <a:latin typeface="Arial MT"/>
                <a:cs typeface="Arial MT"/>
              </a:rPr>
              <a:t>d</a:t>
            </a:r>
            <a:r>
              <a:rPr sz="2800" spc="-355" dirty="0">
                <a:latin typeface="Arial MT"/>
                <a:cs typeface="Arial MT"/>
              </a:rPr>
              <a:t>CM</a:t>
            </a:r>
            <a:r>
              <a:rPr sz="2800" spc="-360" dirty="0">
                <a:latin typeface="Arial MT"/>
                <a:cs typeface="Arial MT"/>
              </a:rPr>
              <a:t>O</a:t>
            </a:r>
            <a:r>
              <a:rPr sz="2800" spc="-5" dirty="0">
                <a:latin typeface="Arial MT"/>
                <a:cs typeface="Arial MT"/>
              </a:rPr>
              <a:t>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1584401"/>
            <a:ext cx="7151370" cy="2159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Which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logic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fastest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 all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logic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families?</a:t>
            </a:r>
            <a:endParaRPr sz="2800">
              <a:latin typeface="Times New Roman"/>
              <a:cs typeface="Times New Roman"/>
            </a:endParaRPr>
          </a:p>
          <a:p>
            <a:pPr marL="377825" indent="-365760">
              <a:lnSpc>
                <a:spcPct val="100000"/>
              </a:lnSpc>
              <a:spcBef>
                <a:spcPts val="5"/>
              </a:spcBef>
              <a:buAutoNum type="alphaLcParenR"/>
              <a:tabLst>
                <a:tab pos="378460" algn="l"/>
              </a:tabLst>
            </a:pPr>
            <a:r>
              <a:rPr sz="2800" spc="-10" dirty="0">
                <a:latin typeface="Times New Roman"/>
                <a:cs typeface="Times New Roman"/>
              </a:rPr>
              <a:t>TTL</a:t>
            </a:r>
            <a:endParaRPr sz="2800">
              <a:latin typeface="Times New Roman"/>
              <a:cs typeface="Times New Roman"/>
            </a:endParaRPr>
          </a:p>
          <a:p>
            <a:pPr marL="398145" indent="-386080">
              <a:lnSpc>
                <a:spcPct val="100000"/>
              </a:lnSpc>
              <a:buAutoNum type="alphaLcParenR"/>
              <a:tabLst>
                <a:tab pos="398780" algn="l"/>
              </a:tabLst>
            </a:pPr>
            <a:r>
              <a:rPr sz="2800" spc="-10" dirty="0">
                <a:latin typeface="Times New Roman"/>
                <a:cs typeface="Times New Roman"/>
              </a:rPr>
              <a:t>ECL</a:t>
            </a:r>
            <a:endParaRPr sz="2800">
              <a:latin typeface="Times New Roman"/>
              <a:cs typeface="Times New Roman"/>
            </a:endParaRPr>
          </a:p>
          <a:p>
            <a:pPr marL="377825" indent="-365760">
              <a:lnSpc>
                <a:spcPct val="100000"/>
              </a:lnSpc>
              <a:buAutoNum type="alphaLcParenR"/>
              <a:tabLst>
                <a:tab pos="378460" algn="l"/>
              </a:tabLst>
            </a:pPr>
            <a:r>
              <a:rPr sz="2800" spc="-5" dirty="0">
                <a:latin typeface="Times New Roman"/>
                <a:cs typeface="Times New Roman"/>
              </a:rPr>
              <a:t>HTL</a:t>
            </a:r>
            <a:endParaRPr sz="2800">
              <a:latin typeface="Times New Roman"/>
              <a:cs typeface="Times New Roman"/>
            </a:endParaRPr>
          </a:p>
          <a:p>
            <a:pPr marL="398145" indent="-386080">
              <a:lnSpc>
                <a:spcPct val="100000"/>
              </a:lnSpc>
              <a:buAutoNum type="alphaLcParenR"/>
              <a:tabLst>
                <a:tab pos="398780" algn="l"/>
              </a:tabLst>
            </a:pPr>
            <a:r>
              <a:rPr sz="2800" spc="-10" dirty="0">
                <a:latin typeface="Times New Roman"/>
                <a:cs typeface="Times New Roman"/>
              </a:rPr>
              <a:t>DTL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62858" y="122631"/>
            <a:ext cx="20161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Quiz</a:t>
            </a:r>
            <a:r>
              <a:rPr sz="4000" b="1" spc="-7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poll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2822" y="462788"/>
            <a:ext cx="70719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775" dirty="0"/>
              <a:t> </a:t>
            </a:r>
            <a:r>
              <a:rPr spc="-229" dirty="0"/>
              <a:t>Co</a:t>
            </a:r>
            <a:r>
              <a:rPr spc="-225" dirty="0"/>
              <a:t>m</a:t>
            </a:r>
            <a:r>
              <a:rPr spc="-229" dirty="0"/>
              <a:t>par</a:t>
            </a:r>
            <a:r>
              <a:rPr spc="-225" dirty="0"/>
              <a:t>is</a:t>
            </a:r>
            <a:r>
              <a:rPr spc="-229" dirty="0"/>
              <a:t>o</a:t>
            </a:r>
            <a:r>
              <a:rPr dirty="0"/>
              <a:t>n</a:t>
            </a:r>
            <a:r>
              <a:rPr spc="-495" dirty="0"/>
              <a:t> </a:t>
            </a:r>
            <a:r>
              <a:rPr spc="-15" dirty="0"/>
              <a:t>o</a:t>
            </a:r>
            <a:r>
              <a:rPr dirty="0"/>
              <a:t>f</a:t>
            </a:r>
            <a:r>
              <a:rPr spc="-10" dirty="0"/>
              <a:t> </a:t>
            </a:r>
            <a:r>
              <a:rPr spc="-295" dirty="0"/>
              <a:t>Log</a:t>
            </a:r>
            <a:r>
              <a:rPr spc="-285" dirty="0"/>
              <a:t>i</a:t>
            </a:r>
            <a:r>
              <a:rPr dirty="0"/>
              <a:t>c</a:t>
            </a:r>
            <a:r>
              <a:rPr spc="-635" dirty="0"/>
              <a:t> </a:t>
            </a:r>
            <a:r>
              <a:rPr spc="-229" dirty="0"/>
              <a:t>F</a:t>
            </a:r>
            <a:r>
              <a:rPr spc="-225" dirty="0"/>
              <a:t>amilie</a:t>
            </a:r>
            <a:r>
              <a:rPr dirty="0"/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816607"/>
            <a:ext cx="8229600" cy="40934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3185" y="461263"/>
            <a:ext cx="39204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b="1" spc="-2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b="1" spc="-2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b="1" spc="-35" dirty="0">
                <a:solidFill>
                  <a:srgbClr val="0000FF"/>
                </a:solidFill>
                <a:latin typeface="Trebuchet MS"/>
                <a:cs typeface="Trebuchet MS"/>
              </a:rPr>
              <a:t>M</a:t>
            </a:r>
            <a:r>
              <a:rPr b="1" spc="-25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b="1" spc="-66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b="1" spc="-280" dirty="0">
                <a:solidFill>
                  <a:srgbClr val="0000FF"/>
                </a:solidFill>
                <a:latin typeface="Trebuchet MS"/>
                <a:cs typeface="Trebuchet MS"/>
              </a:rPr>
              <a:t>i</a:t>
            </a:r>
            <a:r>
              <a:rPr b="1" spc="-275" dirty="0">
                <a:solidFill>
                  <a:srgbClr val="0000FF"/>
                </a:solidFill>
                <a:latin typeface="Trebuchet MS"/>
                <a:cs typeface="Trebuchet MS"/>
              </a:rPr>
              <a:t>nve</a:t>
            </a:r>
            <a:r>
              <a:rPr b="1" spc="-285" dirty="0">
                <a:solidFill>
                  <a:srgbClr val="0000FF"/>
                </a:solidFill>
                <a:latin typeface="Trebuchet MS"/>
                <a:cs typeface="Trebuchet MS"/>
              </a:rPr>
              <a:t>r</a:t>
            </a:r>
            <a:r>
              <a:rPr b="1" spc="-270" dirty="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b="1" spc="-285" dirty="0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600200"/>
            <a:ext cx="6793992" cy="44119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36975" y="2533015"/>
            <a:ext cx="593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M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3175" y="4209669"/>
            <a:ext cx="624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NM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5143246"/>
            <a:ext cx="16592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Nmos </a:t>
            </a:r>
            <a:r>
              <a:rPr sz="1800" spc="-5" dirty="0">
                <a:latin typeface="Calibri"/>
                <a:cs typeface="Calibri"/>
              </a:rPr>
              <a:t>if </a:t>
            </a:r>
            <a:r>
              <a:rPr sz="1800" dirty="0">
                <a:latin typeface="Calibri"/>
                <a:cs typeface="Calibri"/>
              </a:rPr>
              <a:t>0 </a:t>
            </a:r>
            <a:r>
              <a:rPr sz="1800" spc="-5" dirty="0">
                <a:latin typeface="Calibri"/>
                <a:cs typeface="Calibri"/>
              </a:rPr>
              <a:t>it is off </a:t>
            </a:r>
            <a:r>
              <a:rPr sz="1800" dirty="0">
                <a:latin typeface="Calibri"/>
                <a:cs typeface="Calibri"/>
              </a:rPr>
              <a:t> Nmos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5" dirty="0">
                <a:latin typeface="Calibri"/>
                <a:cs typeface="Calibri"/>
              </a:rPr>
              <a:t> it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Pmos if </a:t>
            </a:r>
            <a:r>
              <a:rPr sz="1800" dirty="0">
                <a:latin typeface="Calibri"/>
                <a:cs typeface="Calibri"/>
              </a:rPr>
              <a:t>0 </a:t>
            </a:r>
            <a:r>
              <a:rPr sz="1800" spc="-5" dirty="0">
                <a:latin typeface="Calibri"/>
                <a:cs typeface="Calibri"/>
              </a:rPr>
              <a:t>it is on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Pmos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 </a:t>
            </a:r>
            <a:r>
              <a:rPr sz="1800" spc="-5" dirty="0">
                <a:latin typeface="Calibri"/>
                <a:cs typeface="Calibri"/>
              </a:rPr>
              <a:t>it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Off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3951" y="461263"/>
            <a:ext cx="28257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2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b="1" spc="-35" dirty="0">
                <a:solidFill>
                  <a:srgbClr val="0000FF"/>
                </a:solidFill>
                <a:latin typeface="Trebuchet MS"/>
                <a:cs typeface="Trebuchet MS"/>
              </a:rPr>
              <a:t>M</a:t>
            </a:r>
            <a:r>
              <a:rPr b="1" spc="-25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b="1" spc="-459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b="1" spc="-210" dirty="0">
                <a:solidFill>
                  <a:srgbClr val="0000FF"/>
                </a:solidFill>
                <a:latin typeface="Trebuchet MS"/>
                <a:cs typeface="Trebuchet MS"/>
              </a:rPr>
              <a:t>g</a:t>
            </a:r>
            <a:r>
              <a:rPr b="1" spc="-200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b="1" spc="-204" dirty="0">
                <a:solidFill>
                  <a:srgbClr val="0000FF"/>
                </a:solidFill>
                <a:latin typeface="Trebuchet MS"/>
                <a:cs typeface="Trebuchet MS"/>
              </a:rPr>
              <a:t>te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986" y="2409820"/>
            <a:ext cx="4411175" cy="36381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3097" y="2419355"/>
            <a:ext cx="4031559" cy="37627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4540" y="1618234"/>
            <a:ext cx="5044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40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Pmos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parallel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Nmos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series</a:t>
            </a:r>
            <a:r>
              <a:rPr sz="1800" dirty="0">
                <a:latin typeface="Calibri"/>
                <a:cs typeface="Calibri"/>
              </a:rPr>
              <a:t> and</a:t>
            </a:r>
            <a:r>
              <a:rPr sz="1800" spc="-5" dirty="0">
                <a:latin typeface="Calibri"/>
                <a:cs typeface="Calibri"/>
              </a:rPr>
              <a:t> vice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versa.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85609" y="856234"/>
            <a:ext cx="16586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Nmos </a:t>
            </a:r>
            <a:r>
              <a:rPr sz="1800" spc="-5" dirty="0">
                <a:latin typeface="Calibri"/>
                <a:cs typeface="Calibri"/>
              </a:rPr>
              <a:t>if </a:t>
            </a:r>
            <a:r>
              <a:rPr sz="1800" dirty="0">
                <a:latin typeface="Calibri"/>
                <a:cs typeface="Calibri"/>
              </a:rPr>
              <a:t>0 </a:t>
            </a:r>
            <a:r>
              <a:rPr sz="1800" spc="-5" dirty="0">
                <a:latin typeface="Calibri"/>
                <a:cs typeface="Calibri"/>
              </a:rPr>
              <a:t>it is off </a:t>
            </a:r>
            <a:r>
              <a:rPr sz="1800" dirty="0">
                <a:latin typeface="Calibri"/>
                <a:cs typeface="Calibri"/>
              </a:rPr>
              <a:t> Nmos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5" dirty="0">
                <a:latin typeface="Calibri"/>
                <a:cs typeface="Calibri"/>
              </a:rPr>
              <a:t> it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Pmos if </a:t>
            </a:r>
            <a:r>
              <a:rPr sz="1800" dirty="0">
                <a:latin typeface="Calibri"/>
                <a:cs typeface="Calibri"/>
              </a:rPr>
              <a:t>0 </a:t>
            </a:r>
            <a:r>
              <a:rPr sz="1800" spc="-5" dirty="0">
                <a:latin typeface="Calibri"/>
                <a:cs typeface="Calibri"/>
              </a:rPr>
              <a:t>it is on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Pmos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 </a:t>
            </a:r>
            <a:r>
              <a:rPr sz="1800" spc="-5" dirty="0">
                <a:latin typeface="Calibri"/>
                <a:cs typeface="Calibri"/>
              </a:rPr>
              <a:t>it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Off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0594" y="2960080"/>
            <a:ext cx="2367280" cy="63500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335"/>
              </a:spcBef>
            </a:pPr>
            <a:r>
              <a:rPr sz="1800" spc="-5" dirty="0">
                <a:latin typeface="Calibri"/>
                <a:cs typeface="Calibri"/>
              </a:rPr>
              <a:t>pmos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5" dirty="0">
                <a:latin typeface="Calibri"/>
                <a:cs typeface="Calibri"/>
              </a:rPr>
              <a:t>pmos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70175" y="4285869"/>
            <a:ext cx="537845" cy="1138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nmos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nmos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5445" y="131826"/>
            <a:ext cx="42532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b="1" spc="-25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b="1" spc="-2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b="1" spc="-35" dirty="0">
                <a:solidFill>
                  <a:srgbClr val="0000FF"/>
                </a:solidFill>
                <a:latin typeface="Trebuchet MS"/>
                <a:cs typeface="Trebuchet MS"/>
              </a:rPr>
              <a:t>M</a:t>
            </a:r>
            <a:r>
              <a:rPr b="1" spc="-25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b="1" spc="-66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b="1" spc="-285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b="1" spc="-280" dirty="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D</a:t>
            </a:r>
            <a:r>
              <a:rPr b="1" spc="-58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b="1" spc="-280" dirty="0">
                <a:solidFill>
                  <a:srgbClr val="0000FF"/>
                </a:solidFill>
                <a:latin typeface="Trebuchet MS"/>
                <a:cs typeface="Trebuchet MS"/>
              </a:rPr>
              <a:t>G</a:t>
            </a:r>
            <a:r>
              <a:rPr b="1" spc="-275" dirty="0">
                <a:solidFill>
                  <a:srgbClr val="0000FF"/>
                </a:solidFill>
                <a:latin typeface="Trebuchet MS"/>
                <a:cs typeface="Trebuchet MS"/>
              </a:rPr>
              <a:t>at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791" y="984653"/>
            <a:ext cx="8215546" cy="583118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0454" y="272542"/>
            <a:ext cx="3547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4000" b="1" spc="-24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4000" b="1" spc="-25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4000" b="1" spc="-30" dirty="0">
                <a:solidFill>
                  <a:srgbClr val="0000FF"/>
                </a:solidFill>
                <a:latin typeface="Trebuchet MS"/>
                <a:cs typeface="Trebuchet MS"/>
              </a:rPr>
              <a:t>MO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4000" b="1" spc="-6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4000" b="1" spc="-285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R</a:t>
            </a:r>
            <a:r>
              <a:rPr sz="4000" b="1" spc="-57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4000" b="1" spc="-275" dirty="0">
                <a:solidFill>
                  <a:srgbClr val="0000FF"/>
                </a:solidFill>
                <a:latin typeface="Trebuchet MS"/>
                <a:cs typeface="Trebuchet MS"/>
              </a:rPr>
              <a:t>G</a:t>
            </a:r>
            <a:r>
              <a:rPr sz="4000" b="1" spc="-290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4000" b="1" spc="-285" dirty="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endParaRPr sz="40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316" y="1268738"/>
            <a:ext cx="8047397" cy="537493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0467" y="461263"/>
            <a:ext cx="37084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80" dirty="0">
                <a:solidFill>
                  <a:srgbClr val="0000FF"/>
                </a:solidFill>
                <a:latin typeface="Trebuchet MS"/>
                <a:cs typeface="Trebuchet MS"/>
              </a:rPr>
              <a:t>No</a:t>
            </a:r>
            <a:r>
              <a:rPr b="1" spc="-185" dirty="0">
                <a:solidFill>
                  <a:srgbClr val="0000FF"/>
                </a:solidFill>
                <a:latin typeface="Trebuchet MS"/>
                <a:cs typeface="Trebuchet MS"/>
              </a:rPr>
              <a:t>i</a:t>
            </a:r>
            <a:r>
              <a:rPr b="1" spc="-18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b="1" spc="-60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b="1" spc="-245" dirty="0">
                <a:solidFill>
                  <a:srgbClr val="0000FF"/>
                </a:solidFill>
                <a:latin typeface="Trebuchet MS"/>
                <a:cs typeface="Trebuchet MS"/>
              </a:rPr>
              <a:t>imm</a:t>
            </a:r>
            <a:r>
              <a:rPr b="1" spc="-240" dirty="0">
                <a:solidFill>
                  <a:srgbClr val="0000FF"/>
                </a:solidFill>
                <a:latin typeface="Trebuchet MS"/>
                <a:cs typeface="Trebuchet MS"/>
              </a:rPr>
              <a:t>u</a:t>
            </a:r>
            <a:r>
              <a:rPr b="1" spc="-235" dirty="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b="1" spc="-245" dirty="0">
                <a:solidFill>
                  <a:srgbClr val="0000FF"/>
                </a:solidFill>
                <a:latin typeface="Trebuchet MS"/>
                <a:cs typeface="Trebuchet MS"/>
              </a:rPr>
              <a:t>i</a:t>
            </a:r>
            <a:r>
              <a:rPr b="1" spc="-240" dirty="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432" y="1571650"/>
            <a:ext cx="7752715" cy="42005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69570" indent="-306705" algn="just">
              <a:lnSpc>
                <a:spcPct val="100000"/>
              </a:lnSpc>
              <a:spcBef>
                <a:spcPts val="340"/>
              </a:spcBef>
              <a:buChar char="–"/>
              <a:tabLst>
                <a:tab pos="370205" algn="l"/>
              </a:tabLst>
            </a:pPr>
            <a:r>
              <a:rPr sz="2800" spc="-135" dirty="0">
                <a:latin typeface="Arial MT"/>
                <a:cs typeface="Arial MT"/>
              </a:rPr>
              <a:t>nois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250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i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295" dirty="0">
                <a:latin typeface="Arial MT"/>
                <a:cs typeface="Arial MT"/>
              </a:rPr>
              <a:t> </a:t>
            </a:r>
            <a:r>
              <a:rPr sz="2800" spc="-95" dirty="0">
                <a:latin typeface="Arial MT"/>
                <a:cs typeface="Arial MT"/>
              </a:rPr>
              <a:t>p</a:t>
            </a:r>
            <a:r>
              <a:rPr sz="2800" spc="-100" dirty="0">
                <a:latin typeface="Arial MT"/>
                <a:cs typeface="Arial MT"/>
              </a:rPr>
              <a:t>r</a:t>
            </a:r>
            <a:r>
              <a:rPr sz="2800" spc="-95" dirty="0">
                <a:latin typeface="Arial MT"/>
                <a:cs typeface="Arial MT"/>
              </a:rPr>
              <a:t>esen</a:t>
            </a:r>
            <a:r>
              <a:rPr sz="2800" spc="-5" dirty="0">
                <a:latin typeface="Arial MT"/>
                <a:cs typeface="Arial MT"/>
              </a:rPr>
              <a:t>t</a:t>
            </a:r>
            <a:r>
              <a:rPr sz="2800" spc="-180" dirty="0">
                <a:latin typeface="Arial MT"/>
                <a:cs typeface="Arial MT"/>
              </a:rPr>
              <a:t> </a:t>
            </a:r>
            <a:r>
              <a:rPr sz="2800" spc="-40" dirty="0">
                <a:latin typeface="Arial MT"/>
                <a:cs typeface="Arial MT"/>
              </a:rPr>
              <a:t>i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60" dirty="0">
                <a:latin typeface="Arial MT"/>
                <a:cs typeface="Arial MT"/>
              </a:rPr>
              <a:t>a</a:t>
            </a:r>
            <a:r>
              <a:rPr sz="2800" spc="-65" dirty="0">
                <a:latin typeface="Arial MT"/>
                <a:cs typeface="Arial MT"/>
              </a:rPr>
              <a:t>l</a:t>
            </a:r>
            <a:r>
              <a:rPr sz="2800" spc="-5" dirty="0">
                <a:latin typeface="Arial MT"/>
                <a:cs typeface="Arial MT"/>
              </a:rPr>
              <a:t>l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rea</a:t>
            </a:r>
            <a:r>
              <a:rPr sz="2800" spc="-5" dirty="0">
                <a:latin typeface="Arial MT"/>
                <a:cs typeface="Arial MT"/>
              </a:rPr>
              <a:t>l</a:t>
            </a:r>
            <a:r>
              <a:rPr sz="2800" spc="-509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syste</a:t>
            </a:r>
            <a:r>
              <a:rPr sz="2800" spc="-175" dirty="0">
                <a:latin typeface="Arial MT"/>
                <a:cs typeface="Arial MT"/>
              </a:rPr>
              <a:t>m</a:t>
            </a:r>
            <a:r>
              <a:rPr sz="2800" spc="-5" dirty="0">
                <a:latin typeface="Arial MT"/>
                <a:cs typeface="Arial MT"/>
              </a:rPr>
              <a:t>s</a:t>
            </a:r>
            <a:endParaRPr sz="2800">
              <a:latin typeface="Arial MT"/>
              <a:cs typeface="Arial MT"/>
            </a:endParaRPr>
          </a:p>
          <a:p>
            <a:pPr marL="369570" marR="46990" indent="-306705" algn="just">
              <a:lnSpc>
                <a:spcPts val="3000"/>
              </a:lnSpc>
              <a:spcBef>
                <a:spcPts val="640"/>
              </a:spcBef>
              <a:buChar char="–"/>
              <a:tabLst>
                <a:tab pos="370205" algn="l"/>
              </a:tabLst>
            </a:pPr>
            <a:r>
              <a:rPr sz="2800" spc="-50" dirty="0">
                <a:latin typeface="Arial MT"/>
                <a:cs typeface="Arial MT"/>
              </a:rPr>
              <a:t>this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adds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spc="-80" dirty="0">
                <a:latin typeface="Arial MT"/>
                <a:cs typeface="Arial MT"/>
              </a:rPr>
              <a:t>random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60" dirty="0">
                <a:latin typeface="Arial MT"/>
                <a:cs typeface="Arial MT"/>
              </a:rPr>
              <a:t>fluctuations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10" dirty="0">
                <a:latin typeface="Arial MT"/>
                <a:cs typeface="Arial MT"/>
              </a:rPr>
              <a:t>to</a:t>
            </a:r>
            <a:r>
              <a:rPr sz="2800" spc="800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voltages 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0" dirty="0">
                <a:latin typeface="Arial MT"/>
                <a:cs typeface="Arial MT"/>
              </a:rPr>
              <a:t>r</a:t>
            </a:r>
            <a:r>
              <a:rPr sz="2800" spc="-95" dirty="0">
                <a:latin typeface="Arial MT"/>
                <a:cs typeface="Arial MT"/>
              </a:rPr>
              <a:t>ep</a:t>
            </a:r>
            <a:r>
              <a:rPr sz="2800" spc="-100" dirty="0">
                <a:latin typeface="Arial MT"/>
                <a:cs typeface="Arial MT"/>
              </a:rPr>
              <a:t>r</a:t>
            </a:r>
            <a:r>
              <a:rPr sz="2800" spc="-95" dirty="0">
                <a:latin typeface="Arial MT"/>
                <a:cs typeface="Arial MT"/>
              </a:rPr>
              <a:t>esen</a:t>
            </a:r>
            <a:r>
              <a:rPr sz="2800" spc="-100" dirty="0">
                <a:latin typeface="Arial MT"/>
                <a:cs typeface="Arial MT"/>
              </a:rPr>
              <a:t>ti</a:t>
            </a:r>
            <a:r>
              <a:rPr sz="2800" spc="-95" dirty="0">
                <a:latin typeface="Arial MT"/>
                <a:cs typeface="Arial MT"/>
              </a:rPr>
              <a:t>n</a:t>
            </a:r>
            <a:r>
              <a:rPr sz="2800" spc="-5" dirty="0">
                <a:latin typeface="Arial MT"/>
                <a:cs typeface="Arial MT"/>
              </a:rPr>
              <a:t>g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logi</a:t>
            </a:r>
            <a:r>
              <a:rPr sz="2800" spc="-5" dirty="0">
                <a:latin typeface="Arial MT"/>
                <a:cs typeface="Arial MT"/>
              </a:rPr>
              <a:t>c</a:t>
            </a:r>
            <a:r>
              <a:rPr sz="2800" spc="-305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l</a:t>
            </a:r>
            <a:r>
              <a:rPr sz="2800" spc="-130" dirty="0">
                <a:latin typeface="Arial MT"/>
                <a:cs typeface="Arial MT"/>
              </a:rPr>
              <a:t>eve</a:t>
            </a:r>
            <a:r>
              <a:rPr sz="2800" spc="-135" dirty="0">
                <a:latin typeface="Arial MT"/>
                <a:cs typeface="Arial MT"/>
              </a:rPr>
              <a:t>l</a:t>
            </a:r>
            <a:r>
              <a:rPr sz="2800" spc="-5" dirty="0">
                <a:latin typeface="Arial MT"/>
                <a:cs typeface="Arial MT"/>
              </a:rPr>
              <a:t>s</a:t>
            </a:r>
            <a:endParaRPr sz="2800">
              <a:latin typeface="Arial MT"/>
              <a:cs typeface="Arial MT"/>
            </a:endParaRPr>
          </a:p>
          <a:p>
            <a:pPr marL="369570" marR="59690" indent="-306705" algn="just">
              <a:lnSpc>
                <a:spcPts val="3020"/>
              </a:lnSpc>
              <a:spcBef>
                <a:spcPts val="515"/>
              </a:spcBef>
              <a:buChar char="–"/>
              <a:tabLst>
                <a:tab pos="370205" algn="l"/>
              </a:tabLst>
            </a:pPr>
            <a:r>
              <a:rPr sz="2800" spc="10" dirty="0">
                <a:latin typeface="Arial MT"/>
                <a:cs typeface="Arial MT"/>
              </a:rPr>
              <a:t>to </a:t>
            </a:r>
            <a:r>
              <a:rPr sz="2800" spc="-110" dirty="0">
                <a:latin typeface="Arial MT"/>
                <a:cs typeface="Arial MT"/>
              </a:rPr>
              <a:t>cope </a:t>
            </a:r>
            <a:r>
              <a:rPr sz="2800" dirty="0">
                <a:latin typeface="Arial MT"/>
                <a:cs typeface="Arial MT"/>
              </a:rPr>
              <a:t>with </a:t>
            </a:r>
            <a:r>
              <a:rPr sz="2800" spc="-100" dirty="0">
                <a:latin typeface="Arial MT"/>
                <a:cs typeface="Arial MT"/>
              </a:rPr>
              <a:t>noise, </a:t>
            </a:r>
            <a:r>
              <a:rPr sz="2800" spc="-30" dirty="0">
                <a:latin typeface="Arial MT"/>
                <a:cs typeface="Arial MT"/>
              </a:rPr>
              <a:t>the </a:t>
            </a:r>
            <a:r>
              <a:rPr sz="2800" spc="-85" dirty="0">
                <a:latin typeface="Arial MT"/>
                <a:cs typeface="Arial MT"/>
              </a:rPr>
              <a:t>voltage </a:t>
            </a:r>
            <a:r>
              <a:rPr sz="2800" spc="-145" dirty="0">
                <a:latin typeface="Arial MT"/>
                <a:cs typeface="Arial MT"/>
              </a:rPr>
              <a:t>ranges </a:t>
            </a:r>
            <a:r>
              <a:rPr sz="2800" spc="-65" dirty="0">
                <a:latin typeface="Arial MT"/>
                <a:cs typeface="Arial MT"/>
              </a:rPr>
              <a:t>defining 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the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logic</a:t>
            </a:r>
            <a:r>
              <a:rPr sz="2800" spc="-170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levels</a:t>
            </a:r>
            <a:r>
              <a:rPr sz="2800" spc="-185" dirty="0">
                <a:latin typeface="Arial MT"/>
                <a:cs typeface="Arial MT"/>
              </a:rPr>
              <a:t> </a:t>
            </a:r>
            <a:r>
              <a:rPr sz="2800" spc="-75" dirty="0">
                <a:latin typeface="Arial MT"/>
                <a:cs typeface="Arial MT"/>
              </a:rPr>
              <a:t>are</a:t>
            </a:r>
            <a:r>
              <a:rPr sz="2800" spc="-180" dirty="0">
                <a:latin typeface="Arial MT"/>
                <a:cs typeface="Arial MT"/>
              </a:rPr>
              <a:t> </a:t>
            </a:r>
            <a:r>
              <a:rPr sz="2800" spc="-60" dirty="0">
                <a:latin typeface="Arial MT"/>
                <a:cs typeface="Arial MT"/>
              </a:rPr>
              <a:t>more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tightly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95" dirty="0">
                <a:latin typeface="Arial MT"/>
                <a:cs typeface="Arial MT"/>
              </a:rPr>
              <a:t>constrained</a:t>
            </a:r>
            <a:r>
              <a:rPr sz="2800" spc="-17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at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45" dirty="0">
                <a:latin typeface="Arial MT"/>
                <a:cs typeface="Arial MT"/>
              </a:rPr>
              <a:t>the </a:t>
            </a:r>
            <a:r>
              <a:rPr sz="2800" spc="-77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</a:t>
            </a:r>
            <a:r>
              <a:rPr sz="2800" spc="-20" dirty="0">
                <a:latin typeface="Arial MT"/>
                <a:cs typeface="Arial MT"/>
              </a:rPr>
              <a:t>u</a:t>
            </a:r>
            <a:r>
              <a:rPr sz="2800" spc="-15" dirty="0">
                <a:latin typeface="Arial MT"/>
                <a:cs typeface="Arial MT"/>
              </a:rPr>
              <a:t>t</a:t>
            </a:r>
            <a:r>
              <a:rPr sz="2800" spc="-5" dirty="0">
                <a:latin typeface="Arial MT"/>
                <a:cs typeface="Arial MT"/>
              </a:rPr>
              <a:t>p</a:t>
            </a:r>
            <a:r>
              <a:rPr sz="2800" spc="-20" dirty="0">
                <a:latin typeface="Arial MT"/>
                <a:cs typeface="Arial MT"/>
              </a:rPr>
              <a:t>u</a:t>
            </a:r>
            <a:r>
              <a:rPr sz="2800" spc="-5" dirty="0">
                <a:latin typeface="Arial MT"/>
                <a:cs typeface="Arial MT"/>
              </a:rPr>
              <a:t>t </a:t>
            </a:r>
            <a:r>
              <a:rPr sz="2800" dirty="0">
                <a:latin typeface="Arial MT"/>
                <a:cs typeface="Arial MT"/>
              </a:rPr>
              <a:t>o</a:t>
            </a:r>
            <a:r>
              <a:rPr sz="2800" spc="175" dirty="0">
                <a:latin typeface="Arial MT"/>
                <a:cs typeface="Arial MT"/>
              </a:rPr>
              <a:t>f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spc="-440" dirty="0">
                <a:latin typeface="Arial MT"/>
                <a:cs typeface="Arial MT"/>
              </a:rPr>
              <a:t> </a:t>
            </a:r>
            <a:r>
              <a:rPr sz="2800" spc="-120" dirty="0">
                <a:latin typeface="Arial MT"/>
                <a:cs typeface="Arial MT"/>
              </a:rPr>
              <a:t>ga</a:t>
            </a:r>
            <a:r>
              <a:rPr sz="2800" spc="-125" dirty="0">
                <a:latin typeface="Arial MT"/>
                <a:cs typeface="Arial MT"/>
              </a:rPr>
              <a:t>t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245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tha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</a:t>
            </a:r>
            <a:r>
              <a:rPr sz="2800" spc="-5" dirty="0">
                <a:latin typeface="Arial MT"/>
                <a:cs typeface="Arial MT"/>
              </a:rPr>
              <a:t>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40" dirty="0">
                <a:latin typeface="Arial MT"/>
                <a:cs typeface="Arial MT"/>
              </a:rPr>
              <a:t>th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inpu</a:t>
            </a:r>
            <a:r>
              <a:rPr sz="2800" spc="-5" dirty="0">
                <a:latin typeface="Arial MT"/>
                <a:cs typeface="Arial MT"/>
              </a:rPr>
              <a:t>t</a:t>
            </a:r>
            <a:endParaRPr sz="2800">
              <a:latin typeface="Arial MT"/>
              <a:cs typeface="Arial MT"/>
            </a:endParaRPr>
          </a:p>
          <a:p>
            <a:pPr marL="369570" marR="55880" indent="-306705" algn="just">
              <a:lnSpc>
                <a:spcPts val="3000"/>
              </a:lnSpc>
              <a:spcBef>
                <a:spcPts val="600"/>
              </a:spcBef>
              <a:buChar char="–"/>
              <a:tabLst>
                <a:tab pos="370205" algn="l"/>
              </a:tabLst>
            </a:pPr>
            <a:r>
              <a:rPr sz="2800" spc="-70" dirty="0">
                <a:latin typeface="Arial MT"/>
                <a:cs typeface="Arial MT"/>
              </a:rPr>
              <a:t>thus </a:t>
            </a:r>
            <a:r>
              <a:rPr sz="2800" spc="-130" dirty="0">
                <a:latin typeface="Arial MT"/>
                <a:cs typeface="Arial MT"/>
              </a:rPr>
              <a:t>sma</a:t>
            </a:r>
            <a:r>
              <a:rPr sz="2800" b="1" spc="-130" dirty="0">
                <a:latin typeface="Arial"/>
                <a:cs typeface="Arial"/>
              </a:rPr>
              <a:t>l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spc="-95" dirty="0">
                <a:latin typeface="Arial MT"/>
                <a:cs typeface="Arial MT"/>
              </a:rPr>
              <a:t>amounts </a:t>
            </a:r>
            <a:r>
              <a:rPr sz="2800" spc="-5" dirty="0">
                <a:latin typeface="Arial MT"/>
                <a:cs typeface="Arial MT"/>
              </a:rPr>
              <a:t>of </a:t>
            </a:r>
            <a:r>
              <a:rPr sz="2800" spc="-110" dirty="0">
                <a:latin typeface="Arial MT"/>
                <a:cs typeface="Arial MT"/>
              </a:rPr>
              <a:t>noise </a:t>
            </a:r>
            <a:r>
              <a:rPr sz="2800" dirty="0">
                <a:latin typeface="Arial MT"/>
                <a:cs typeface="Arial MT"/>
              </a:rPr>
              <a:t>will </a:t>
            </a:r>
            <a:r>
              <a:rPr sz="2800" spc="-5" dirty="0">
                <a:latin typeface="Arial MT"/>
                <a:cs typeface="Arial MT"/>
              </a:rPr>
              <a:t>not </a:t>
            </a:r>
            <a:r>
              <a:rPr sz="2800" spc="-50" dirty="0">
                <a:latin typeface="Arial MT"/>
                <a:cs typeface="Arial MT"/>
              </a:rPr>
              <a:t>affect </a:t>
            </a:r>
            <a:r>
              <a:rPr sz="2800" spc="-35" dirty="0">
                <a:latin typeface="Arial MT"/>
                <a:cs typeface="Arial MT"/>
              </a:rPr>
              <a:t>the 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45" dirty="0">
                <a:latin typeface="Arial MT"/>
                <a:cs typeface="Arial MT"/>
              </a:rPr>
              <a:t>circuit</a:t>
            </a:r>
            <a:endParaRPr sz="2800">
              <a:latin typeface="Arial MT"/>
              <a:cs typeface="Arial MT"/>
            </a:endParaRPr>
          </a:p>
          <a:p>
            <a:pPr marL="369570" marR="67945" indent="-306705" algn="just">
              <a:lnSpc>
                <a:spcPts val="3000"/>
              </a:lnSpc>
              <a:spcBef>
                <a:spcPts val="495"/>
              </a:spcBef>
              <a:buChar char="–"/>
              <a:tabLst>
                <a:tab pos="370205" algn="l"/>
              </a:tabLst>
            </a:pPr>
            <a:r>
              <a:rPr sz="2800" spc="-40" dirty="0">
                <a:latin typeface="Arial MT"/>
                <a:cs typeface="Arial MT"/>
              </a:rPr>
              <a:t>th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spc="-114" dirty="0">
                <a:latin typeface="Arial MT"/>
                <a:cs typeface="Arial MT"/>
              </a:rPr>
              <a:t>m</a:t>
            </a:r>
            <a:r>
              <a:rPr sz="2800" spc="-120" dirty="0">
                <a:latin typeface="Arial MT"/>
                <a:cs typeface="Arial MT"/>
              </a:rPr>
              <a:t>ax</a:t>
            </a:r>
            <a:r>
              <a:rPr sz="2800" spc="-125" dirty="0">
                <a:latin typeface="Arial MT"/>
                <a:cs typeface="Arial MT"/>
              </a:rPr>
              <a:t>i</a:t>
            </a:r>
            <a:r>
              <a:rPr sz="2800" spc="-114" dirty="0">
                <a:latin typeface="Arial MT"/>
                <a:cs typeface="Arial MT"/>
              </a:rPr>
              <a:t>m</a:t>
            </a:r>
            <a:r>
              <a:rPr sz="2800" spc="-110" dirty="0">
                <a:latin typeface="Arial MT"/>
                <a:cs typeface="Arial MT"/>
              </a:rPr>
              <a:t>u</a:t>
            </a:r>
            <a:r>
              <a:rPr sz="2800" spc="-5" dirty="0">
                <a:latin typeface="Arial MT"/>
                <a:cs typeface="Arial MT"/>
              </a:rPr>
              <a:t>m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nois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95" dirty="0">
                <a:latin typeface="Arial MT"/>
                <a:cs typeface="Arial MT"/>
              </a:rPr>
              <a:t>vo</a:t>
            </a:r>
            <a:r>
              <a:rPr sz="2800" spc="-110" dirty="0">
                <a:latin typeface="Arial MT"/>
                <a:cs typeface="Arial MT"/>
              </a:rPr>
              <a:t>l</a:t>
            </a:r>
            <a:r>
              <a:rPr sz="2800" spc="-100" dirty="0">
                <a:latin typeface="Arial MT"/>
                <a:cs typeface="Arial MT"/>
              </a:rPr>
              <a:t>t</a:t>
            </a:r>
            <a:r>
              <a:rPr sz="2800" spc="-95" dirty="0">
                <a:latin typeface="Arial MT"/>
                <a:cs typeface="Arial MT"/>
              </a:rPr>
              <a:t>ag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5" dirty="0">
                <a:latin typeface="Arial MT"/>
                <a:cs typeface="Arial MT"/>
              </a:rPr>
              <a:t>t</a:t>
            </a:r>
            <a:r>
              <a:rPr sz="2800" spc="-5" dirty="0">
                <a:latin typeface="Arial MT"/>
                <a:cs typeface="Arial MT"/>
              </a:rPr>
              <a:t>h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" dirty="0">
                <a:latin typeface="Arial MT"/>
                <a:cs typeface="Arial MT"/>
              </a:rPr>
              <a:t>t</a:t>
            </a:r>
            <a:r>
              <a:rPr sz="2800" spc="65" dirty="0">
                <a:latin typeface="Arial MT"/>
                <a:cs typeface="Arial MT"/>
              </a:rPr>
              <a:t> </a:t>
            </a:r>
            <a:r>
              <a:rPr sz="2800" spc="-180" dirty="0">
                <a:latin typeface="Arial MT"/>
                <a:cs typeface="Arial MT"/>
              </a:rPr>
              <a:t>ca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b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tolerat</a:t>
            </a:r>
            <a:r>
              <a:rPr sz="2800" spc="-65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d  </a:t>
            </a:r>
            <a:r>
              <a:rPr sz="2800" spc="-110" dirty="0">
                <a:latin typeface="Arial MT"/>
                <a:cs typeface="Arial MT"/>
              </a:rPr>
              <a:t>b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235" dirty="0">
                <a:latin typeface="Arial MT"/>
                <a:cs typeface="Arial MT"/>
              </a:rPr>
              <a:t> </a:t>
            </a:r>
            <a:r>
              <a:rPr sz="2800" spc="335" dirty="0">
                <a:latin typeface="Arial MT"/>
                <a:cs typeface="Arial MT"/>
              </a:rPr>
              <a:t>a</a:t>
            </a:r>
            <a:r>
              <a:rPr sz="2800" spc="-50" dirty="0">
                <a:latin typeface="Arial MT"/>
                <a:cs typeface="Arial MT"/>
              </a:rPr>
              <a:t>circui</a:t>
            </a:r>
            <a:r>
              <a:rPr sz="2800" spc="-5" dirty="0">
                <a:latin typeface="Arial MT"/>
                <a:cs typeface="Arial MT"/>
              </a:rPr>
              <a:t>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50" dirty="0">
                <a:latin typeface="Arial MT"/>
                <a:cs typeface="Arial MT"/>
              </a:rPr>
              <a:t>i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295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ter</a:t>
            </a:r>
            <a:r>
              <a:rPr sz="2800" spc="-70" dirty="0">
                <a:latin typeface="Arial MT"/>
                <a:cs typeface="Arial MT"/>
              </a:rPr>
              <a:t>m</a:t>
            </a:r>
            <a:r>
              <a:rPr sz="2800" spc="-65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d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it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b="1" spc="-145" dirty="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sz="2800" b="1" spc="-150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sz="2800" b="1" spc="-145" dirty="0">
                <a:solidFill>
                  <a:srgbClr val="0000FF"/>
                </a:solidFill>
                <a:latin typeface="Trebuchet MS"/>
                <a:cs typeface="Trebuchet MS"/>
              </a:rPr>
              <a:t>i</a:t>
            </a:r>
            <a:r>
              <a:rPr sz="2800" b="1" spc="-155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2800" b="1" spc="-5" dirty="0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sz="2800" b="1" spc="-27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800" b="1" spc="-145" dirty="0">
                <a:solidFill>
                  <a:srgbClr val="0000FF"/>
                </a:solidFill>
                <a:latin typeface="Trebuchet MS"/>
                <a:cs typeface="Trebuchet MS"/>
              </a:rPr>
              <a:t>i</a:t>
            </a:r>
            <a:r>
              <a:rPr sz="2800" b="1" spc="-150" dirty="0">
                <a:solidFill>
                  <a:srgbClr val="0000FF"/>
                </a:solidFill>
                <a:latin typeface="Trebuchet MS"/>
                <a:cs typeface="Trebuchet MS"/>
              </a:rPr>
              <a:t>mm</a:t>
            </a:r>
            <a:r>
              <a:rPr sz="2800" b="1" spc="-145" dirty="0">
                <a:solidFill>
                  <a:srgbClr val="0000FF"/>
                </a:solidFill>
                <a:latin typeface="Trebuchet MS"/>
                <a:cs typeface="Trebuchet MS"/>
              </a:rPr>
              <a:t>uni</a:t>
            </a:r>
            <a:r>
              <a:rPr sz="2800" b="1" spc="-155" dirty="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sz="2800" b="1" spc="-170" dirty="0">
                <a:solidFill>
                  <a:srgbClr val="0000FF"/>
                </a:solidFill>
                <a:latin typeface="Trebuchet MS"/>
                <a:cs typeface="Trebuchet MS"/>
              </a:rPr>
              <a:t>y</a:t>
            </a:r>
            <a:r>
              <a:rPr sz="2800" spc="-5" dirty="0">
                <a:latin typeface="Arial MT"/>
                <a:cs typeface="Arial MT"/>
              </a:rPr>
              <a:t>,</a:t>
            </a:r>
            <a:r>
              <a:rPr sz="2800" spc="-540" dirty="0">
                <a:latin typeface="Arial MT"/>
                <a:cs typeface="Arial MT"/>
              </a:rPr>
              <a:t> </a:t>
            </a:r>
            <a:r>
              <a:rPr sz="2800" b="1" i="1" spc="-130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2775" b="1" i="1" spc="-195" baseline="-27027" dirty="0">
                <a:solidFill>
                  <a:srgbClr val="0000FF"/>
                </a:solidFill>
                <a:latin typeface="Arial"/>
                <a:cs typeface="Arial"/>
              </a:rPr>
              <a:t>NI</a:t>
            </a:r>
            <a:endParaRPr sz="2775" baseline="-27027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pc="-370" dirty="0"/>
              <a:t>K</a:t>
            </a:r>
            <a:r>
              <a:rPr spc="-375" dirty="0"/>
              <a:t>e</a:t>
            </a:r>
            <a:r>
              <a:rPr dirty="0"/>
              <a:t>y</a:t>
            </a:r>
            <a:r>
              <a:rPr spc="-685" dirty="0"/>
              <a:t> </a:t>
            </a:r>
            <a:r>
              <a:rPr spc="-190" dirty="0"/>
              <a:t>P</a:t>
            </a:r>
            <a:r>
              <a:rPr spc="-195" dirty="0"/>
              <a:t>o</a:t>
            </a:r>
            <a:r>
              <a:rPr spc="-185" dirty="0"/>
              <a:t>i</a:t>
            </a:r>
            <a:r>
              <a:rPr spc="-195" dirty="0"/>
              <a:t>nt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355" y="1602689"/>
            <a:ext cx="8035290" cy="4349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indent="-292735">
              <a:lnSpc>
                <a:spcPts val="3015"/>
              </a:lnSpc>
              <a:spcBef>
                <a:spcPts val="100"/>
              </a:spcBef>
              <a:buChar char="•"/>
              <a:tabLst>
                <a:tab pos="304800" algn="l"/>
                <a:tab pos="305435" algn="l"/>
              </a:tabLst>
            </a:pPr>
            <a:r>
              <a:rPr sz="2700" spc="-175" dirty="0">
                <a:latin typeface="Arial MT"/>
                <a:cs typeface="Arial MT"/>
              </a:rPr>
              <a:t>Ph</a:t>
            </a:r>
            <a:r>
              <a:rPr sz="2700" spc="-165" dirty="0">
                <a:latin typeface="Arial MT"/>
                <a:cs typeface="Arial MT"/>
              </a:rPr>
              <a:t>ys</a:t>
            </a:r>
            <a:r>
              <a:rPr sz="2700" spc="-170" dirty="0">
                <a:latin typeface="Arial MT"/>
                <a:cs typeface="Arial MT"/>
              </a:rPr>
              <a:t>i</a:t>
            </a:r>
            <a:r>
              <a:rPr sz="2700" spc="-165" dirty="0">
                <a:latin typeface="Arial MT"/>
                <a:cs typeface="Arial MT"/>
              </a:rPr>
              <a:t>c</a:t>
            </a:r>
            <a:r>
              <a:rPr sz="2700" spc="-175" dirty="0">
                <a:latin typeface="Arial MT"/>
                <a:cs typeface="Arial MT"/>
              </a:rPr>
              <a:t>a</a:t>
            </a:r>
            <a:r>
              <a:rPr sz="2700" dirty="0">
                <a:latin typeface="Arial MT"/>
                <a:cs typeface="Arial MT"/>
              </a:rPr>
              <a:t>l</a:t>
            </a:r>
            <a:r>
              <a:rPr sz="2700" spc="-385" dirty="0">
                <a:latin typeface="Arial MT"/>
                <a:cs typeface="Arial MT"/>
              </a:rPr>
              <a:t> </a:t>
            </a:r>
            <a:r>
              <a:rPr sz="2700" spc="-160" dirty="0">
                <a:latin typeface="Arial MT"/>
                <a:cs typeface="Arial MT"/>
              </a:rPr>
              <a:t>ga</a:t>
            </a:r>
            <a:r>
              <a:rPr sz="2700" spc="-155" dirty="0">
                <a:latin typeface="Arial MT"/>
                <a:cs typeface="Arial MT"/>
              </a:rPr>
              <a:t>t</a:t>
            </a:r>
            <a:r>
              <a:rPr sz="2700" spc="-160" dirty="0">
                <a:latin typeface="Arial MT"/>
                <a:cs typeface="Arial MT"/>
              </a:rPr>
              <a:t>e</a:t>
            </a:r>
            <a:r>
              <a:rPr sz="2700" dirty="0">
                <a:latin typeface="Arial MT"/>
                <a:cs typeface="Arial MT"/>
              </a:rPr>
              <a:t>s</a:t>
            </a:r>
            <a:r>
              <a:rPr sz="2700" spc="-305" dirty="0">
                <a:latin typeface="Arial MT"/>
                <a:cs typeface="Arial MT"/>
              </a:rPr>
              <a:t> </a:t>
            </a:r>
            <a:r>
              <a:rPr sz="2700" spc="-114" dirty="0">
                <a:latin typeface="Arial MT"/>
                <a:cs typeface="Arial MT"/>
              </a:rPr>
              <a:t>a</a:t>
            </a:r>
            <a:r>
              <a:rPr sz="2700" spc="-110" dirty="0">
                <a:latin typeface="Arial MT"/>
                <a:cs typeface="Arial MT"/>
              </a:rPr>
              <a:t>r</a:t>
            </a:r>
            <a:r>
              <a:rPr sz="2700" dirty="0">
                <a:latin typeface="Arial MT"/>
                <a:cs typeface="Arial MT"/>
              </a:rPr>
              <a:t>e</a:t>
            </a:r>
            <a:r>
              <a:rPr sz="2700" spc="-240" dirty="0">
                <a:latin typeface="Arial MT"/>
                <a:cs typeface="Arial MT"/>
              </a:rPr>
              <a:t> </a:t>
            </a:r>
            <a:r>
              <a:rPr sz="2700" spc="-15" dirty="0">
                <a:latin typeface="Arial MT"/>
                <a:cs typeface="Arial MT"/>
              </a:rPr>
              <a:t>no</a:t>
            </a:r>
            <a:r>
              <a:rPr sz="2700" dirty="0">
                <a:latin typeface="Arial MT"/>
                <a:cs typeface="Arial MT"/>
              </a:rPr>
              <a:t>t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spc="-95" dirty="0">
                <a:latin typeface="Arial MT"/>
                <a:cs typeface="Arial MT"/>
              </a:rPr>
              <a:t>i</a:t>
            </a:r>
            <a:r>
              <a:rPr sz="2700" spc="-100" dirty="0">
                <a:latin typeface="Arial MT"/>
                <a:cs typeface="Arial MT"/>
              </a:rPr>
              <a:t>dea</a:t>
            </a:r>
            <a:r>
              <a:rPr sz="2700" dirty="0">
                <a:latin typeface="Arial MT"/>
                <a:cs typeface="Arial MT"/>
              </a:rPr>
              <a:t>l</a:t>
            </a:r>
            <a:r>
              <a:rPr sz="2700" spc="-315" dirty="0">
                <a:latin typeface="Arial MT"/>
                <a:cs typeface="Arial MT"/>
              </a:rPr>
              <a:t> </a:t>
            </a:r>
            <a:r>
              <a:rPr sz="2700" spc="-105" dirty="0">
                <a:latin typeface="Arial MT"/>
                <a:cs typeface="Arial MT"/>
              </a:rPr>
              <a:t>c</a:t>
            </a:r>
            <a:r>
              <a:rPr sz="2700" spc="-114" dirty="0">
                <a:latin typeface="Arial MT"/>
                <a:cs typeface="Arial MT"/>
              </a:rPr>
              <a:t>o</a:t>
            </a:r>
            <a:r>
              <a:rPr sz="2700" spc="-120" dirty="0">
                <a:latin typeface="Arial MT"/>
                <a:cs typeface="Arial MT"/>
              </a:rPr>
              <a:t>m</a:t>
            </a:r>
            <a:r>
              <a:rPr sz="2700" spc="-114" dirty="0">
                <a:latin typeface="Arial MT"/>
                <a:cs typeface="Arial MT"/>
              </a:rPr>
              <a:t>ponen</a:t>
            </a:r>
            <a:r>
              <a:rPr sz="2700" spc="-105" dirty="0">
                <a:latin typeface="Arial MT"/>
                <a:cs typeface="Arial MT"/>
              </a:rPr>
              <a:t>t</a:t>
            </a:r>
            <a:r>
              <a:rPr sz="2700" dirty="0">
                <a:latin typeface="Arial MT"/>
                <a:cs typeface="Arial MT"/>
              </a:rPr>
              <a:t>s</a:t>
            </a:r>
            <a:endParaRPr sz="2700">
              <a:latin typeface="Arial MT"/>
              <a:cs typeface="Arial MT"/>
            </a:endParaRPr>
          </a:p>
          <a:p>
            <a:pPr marL="303530" marR="17145" indent="-291465">
              <a:lnSpc>
                <a:spcPct val="69000"/>
              </a:lnSpc>
              <a:spcBef>
                <a:spcPts val="780"/>
              </a:spcBef>
              <a:buChar char="•"/>
              <a:tabLst>
                <a:tab pos="304800" algn="l"/>
                <a:tab pos="305435" algn="l"/>
                <a:tab pos="1222375" algn="l"/>
                <a:tab pos="2174875" algn="l"/>
                <a:tab pos="2839720" algn="l"/>
                <a:tab pos="5019040" algn="l"/>
                <a:tab pos="5487670" algn="l"/>
                <a:tab pos="5861050" algn="l"/>
                <a:tab pos="6865620" algn="l"/>
                <a:tab pos="7359015" algn="l"/>
              </a:tabLst>
            </a:pPr>
            <a:r>
              <a:rPr sz="2700" spc="-190" dirty="0">
                <a:latin typeface="Arial MT"/>
                <a:cs typeface="Arial MT"/>
              </a:rPr>
              <a:t>Log</a:t>
            </a:r>
            <a:r>
              <a:rPr sz="2700" spc="-185" dirty="0">
                <a:latin typeface="Arial MT"/>
                <a:cs typeface="Arial MT"/>
              </a:rPr>
              <a:t>i</a:t>
            </a:r>
            <a:r>
              <a:rPr sz="2700" dirty="0">
                <a:latin typeface="Arial MT"/>
                <a:cs typeface="Arial MT"/>
              </a:rPr>
              <a:t>c	</a:t>
            </a:r>
            <a:r>
              <a:rPr sz="2700" spc="-165" dirty="0">
                <a:latin typeface="Arial MT"/>
                <a:cs typeface="Arial MT"/>
              </a:rPr>
              <a:t>ga</a:t>
            </a:r>
            <a:r>
              <a:rPr sz="2700" spc="-155" dirty="0">
                <a:latin typeface="Arial MT"/>
                <a:cs typeface="Arial MT"/>
              </a:rPr>
              <a:t>t</a:t>
            </a:r>
            <a:r>
              <a:rPr sz="2700" spc="-165" dirty="0">
                <a:latin typeface="Arial MT"/>
                <a:cs typeface="Arial MT"/>
              </a:rPr>
              <a:t>e</a:t>
            </a:r>
            <a:r>
              <a:rPr sz="2700" dirty="0">
                <a:latin typeface="Arial MT"/>
                <a:cs typeface="Arial MT"/>
              </a:rPr>
              <a:t>s	</a:t>
            </a:r>
            <a:r>
              <a:rPr sz="2700" spc="-114" dirty="0">
                <a:latin typeface="Arial MT"/>
                <a:cs typeface="Arial MT"/>
              </a:rPr>
              <a:t>a</a:t>
            </a:r>
            <a:r>
              <a:rPr sz="2700" spc="-110" dirty="0">
                <a:latin typeface="Arial MT"/>
                <a:cs typeface="Arial MT"/>
              </a:rPr>
              <a:t>r</a:t>
            </a:r>
            <a:r>
              <a:rPr sz="2700" spc="-5" dirty="0">
                <a:latin typeface="Arial MT"/>
                <a:cs typeface="Arial MT"/>
              </a:rPr>
              <a:t>e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90" dirty="0">
                <a:latin typeface="Arial MT"/>
                <a:cs typeface="Arial MT"/>
              </a:rPr>
              <a:t>m</a:t>
            </a:r>
            <a:r>
              <a:rPr sz="2700" spc="-95" dirty="0">
                <a:latin typeface="Arial MT"/>
                <a:cs typeface="Arial MT"/>
              </a:rPr>
              <a:t>anu</a:t>
            </a:r>
            <a:r>
              <a:rPr sz="2700" spc="-80" dirty="0">
                <a:latin typeface="Arial MT"/>
                <a:cs typeface="Arial MT"/>
              </a:rPr>
              <a:t>f</a:t>
            </a:r>
            <a:r>
              <a:rPr sz="2700" spc="-95" dirty="0">
                <a:latin typeface="Arial MT"/>
                <a:cs typeface="Arial MT"/>
              </a:rPr>
              <a:t>a</a:t>
            </a:r>
            <a:r>
              <a:rPr sz="2700" spc="-80" dirty="0">
                <a:latin typeface="Arial MT"/>
                <a:cs typeface="Arial MT"/>
              </a:rPr>
              <a:t>ct</a:t>
            </a:r>
            <a:r>
              <a:rPr sz="2700" spc="-95" dirty="0">
                <a:latin typeface="Arial MT"/>
                <a:cs typeface="Arial MT"/>
              </a:rPr>
              <a:t>u</a:t>
            </a:r>
            <a:r>
              <a:rPr sz="2700" spc="-85" dirty="0">
                <a:latin typeface="Arial MT"/>
                <a:cs typeface="Arial MT"/>
              </a:rPr>
              <a:t>r</a:t>
            </a:r>
            <a:r>
              <a:rPr sz="2700" spc="-95" dirty="0">
                <a:latin typeface="Arial MT"/>
                <a:cs typeface="Arial MT"/>
              </a:rPr>
              <a:t>e</a:t>
            </a:r>
            <a:r>
              <a:rPr sz="2700" spc="-5" dirty="0">
                <a:latin typeface="Arial MT"/>
                <a:cs typeface="Arial MT"/>
              </a:rPr>
              <a:t>d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45" dirty="0">
                <a:latin typeface="Arial MT"/>
                <a:cs typeface="Arial MT"/>
              </a:rPr>
              <a:t>i</a:t>
            </a:r>
            <a:r>
              <a:rPr sz="2700" spc="-5" dirty="0">
                <a:latin typeface="Arial MT"/>
                <a:cs typeface="Arial MT"/>
              </a:rPr>
              <a:t>n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5" dirty="0">
                <a:latin typeface="Arial MT"/>
                <a:cs typeface="Arial MT"/>
              </a:rPr>
              <a:t>a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135" dirty="0">
                <a:latin typeface="Arial MT"/>
                <a:cs typeface="Arial MT"/>
              </a:rPr>
              <a:t>r</a:t>
            </a:r>
            <a:r>
              <a:rPr sz="2700" spc="-140" dirty="0">
                <a:latin typeface="Arial MT"/>
                <a:cs typeface="Arial MT"/>
              </a:rPr>
              <a:t>ang</a:t>
            </a:r>
            <a:r>
              <a:rPr sz="2700" spc="-5" dirty="0">
                <a:latin typeface="Arial MT"/>
                <a:cs typeface="Arial MT"/>
              </a:rPr>
              <a:t>e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5" dirty="0">
                <a:latin typeface="Arial MT"/>
                <a:cs typeface="Arial MT"/>
              </a:rPr>
              <a:t>o</a:t>
            </a:r>
            <a:r>
              <a:rPr sz="2700" dirty="0">
                <a:latin typeface="Arial MT"/>
                <a:cs typeface="Arial MT"/>
              </a:rPr>
              <a:t>f	</a:t>
            </a:r>
            <a:r>
              <a:rPr sz="2700" spc="-114" dirty="0">
                <a:latin typeface="Arial MT"/>
                <a:cs typeface="Arial MT"/>
              </a:rPr>
              <a:t>logi</a:t>
            </a:r>
            <a:r>
              <a:rPr sz="2700" dirty="0">
                <a:latin typeface="Arial MT"/>
                <a:cs typeface="Arial MT"/>
              </a:rPr>
              <a:t>c  </a:t>
            </a:r>
            <a:r>
              <a:rPr sz="2700" spc="-80" dirty="0">
                <a:latin typeface="Arial MT"/>
                <a:cs typeface="Arial MT"/>
              </a:rPr>
              <a:t>families</a:t>
            </a:r>
            <a:endParaRPr sz="2700">
              <a:latin typeface="Arial MT"/>
              <a:cs typeface="Arial MT"/>
            </a:endParaRPr>
          </a:p>
          <a:p>
            <a:pPr marL="304800" marR="5080" indent="-292735">
              <a:lnSpc>
                <a:spcPct val="68900"/>
              </a:lnSpc>
              <a:spcBef>
                <a:spcPts val="615"/>
              </a:spcBef>
              <a:buChar char="•"/>
              <a:tabLst>
                <a:tab pos="304800" algn="l"/>
                <a:tab pos="305435" algn="l"/>
                <a:tab pos="1019810" algn="l"/>
                <a:tab pos="2068195" algn="l"/>
                <a:tab pos="2551430" algn="l"/>
                <a:tab pos="2914015" algn="l"/>
                <a:tab pos="3722370" algn="l"/>
                <a:tab pos="4214495" algn="l"/>
                <a:tab pos="5301615" algn="l"/>
                <a:tab pos="6243320" algn="l"/>
                <a:tab pos="6653530" algn="l"/>
                <a:tab pos="7179309" algn="l"/>
              </a:tabLst>
            </a:pPr>
            <a:r>
              <a:rPr sz="2700" spc="-210" dirty="0">
                <a:latin typeface="Arial MT"/>
                <a:cs typeface="Arial MT"/>
              </a:rPr>
              <a:t>T</a:t>
            </a:r>
            <a:r>
              <a:rPr sz="2700" spc="-204" dirty="0">
                <a:latin typeface="Arial MT"/>
                <a:cs typeface="Arial MT"/>
              </a:rPr>
              <a:t>h</a:t>
            </a:r>
            <a:r>
              <a:rPr sz="2700" spc="-5" dirty="0">
                <a:latin typeface="Arial MT"/>
                <a:cs typeface="Arial MT"/>
              </a:rPr>
              <a:t>e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45" dirty="0">
                <a:latin typeface="Arial MT"/>
                <a:cs typeface="Arial MT"/>
              </a:rPr>
              <a:t>abili</a:t>
            </a:r>
            <a:r>
              <a:rPr sz="2700" spc="-30" dirty="0">
                <a:latin typeface="Arial MT"/>
                <a:cs typeface="Arial MT"/>
              </a:rPr>
              <a:t>t</a:t>
            </a:r>
            <a:r>
              <a:rPr sz="2700" dirty="0">
                <a:latin typeface="Arial MT"/>
                <a:cs typeface="Arial MT"/>
              </a:rPr>
              <a:t>y	</a:t>
            </a:r>
            <a:r>
              <a:rPr sz="2700" spc="-20" dirty="0">
                <a:latin typeface="Arial MT"/>
                <a:cs typeface="Arial MT"/>
              </a:rPr>
              <a:t>o</a:t>
            </a:r>
            <a:r>
              <a:rPr sz="2700" dirty="0">
                <a:latin typeface="Arial MT"/>
                <a:cs typeface="Arial MT"/>
              </a:rPr>
              <a:t>f	</a:t>
            </a:r>
            <a:r>
              <a:rPr sz="2700" spc="-5" dirty="0">
                <a:latin typeface="Arial MT"/>
                <a:cs typeface="Arial MT"/>
              </a:rPr>
              <a:t>a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125" dirty="0">
                <a:latin typeface="Arial MT"/>
                <a:cs typeface="Arial MT"/>
              </a:rPr>
              <a:t>ga</a:t>
            </a:r>
            <a:r>
              <a:rPr sz="2700" spc="-114" dirty="0">
                <a:latin typeface="Arial MT"/>
                <a:cs typeface="Arial MT"/>
              </a:rPr>
              <a:t>t</a:t>
            </a:r>
            <a:r>
              <a:rPr sz="2700" spc="-5" dirty="0">
                <a:latin typeface="Arial MT"/>
                <a:cs typeface="Arial MT"/>
              </a:rPr>
              <a:t>e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15" dirty="0">
                <a:latin typeface="Arial MT"/>
                <a:cs typeface="Arial MT"/>
              </a:rPr>
              <a:t>t</a:t>
            </a:r>
            <a:r>
              <a:rPr sz="2700" spc="-5" dirty="0">
                <a:latin typeface="Arial MT"/>
                <a:cs typeface="Arial MT"/>
              </a:rPr>
              <a:t>o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90" dirty="0">
                <a:latin typeface="Arial MT"/>
                <a:cs typeface="Arial MT"/>
              </a:rPr>
              <a:t>i</a:t>
            </a:r>
            <a:r>
              <a:rPr sz="2700" spc="-95" dirty="0">
                <a:latin typeface="Arial MT"/>
                <a:cs typeface="Arial MT"/>
              </a:rPr>
              <a:t>gno</a:t>
            </a:r>
            <a:r>
              <a:rPr sz="2700" spc="-80" dirty="0">
                <a:latin typeface="Arial MT"/>
                <a:cs typeface="Arial MT"/>
              </a:rPr>
              <a:t>r</a:t>
            </a:r>
            <a:r>
              <a:rPr sz="2700" spc="-5" dirty="0">
                <a:latin typeface="Arial MT"/>
                <a:cs typeface="Arial MT"/>
              </a:rPr>
              <a:t>e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130" dirty="0">
                <a:latin typeface="Arial MT"/>
                <a:cs typeface="Arial MT"/>
              </a:rPr>
              <a:t>no</a:t>
            </a:r>
            <a:r>
              <a:rPr sz="2700" spc="-125" dirty="0">
                <a:latin typeface="Arial MT"/>
                <a:cs typeface="Arial MT"/>
              </a:rPr>
              <a:t>i</a:t>
            </a:r>
            <a:r>
              <a:rPr sz="2700" spc="-114" dirty="0">
                <a:latin typeface="Arial MT"/>
                <a:cs typeface="Arial MT"/>
              </a:rPr>
              <a:t>s</a:t>
            </a:r>
            <a:r>
              <a:rPr sz="2700" spc="-5" dirty="0">
                <a:latin typeface="Arial MT"/>
                <a:cs typeface="Arial MT"/>
              </a:rPr>
              <a:t>e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105" dirty="0">
                <a:latin typeface="Arial MT"/>
                <a:cs typeface="Arial MT"/>
              </a:rPr>
              <a:t>i</a:t>
            </a:r>
            <a:r>
              <a:rPr sz="2700" dirty="0">
                <a:latin typeface="Arial MT"/>
                <a:cs typeface="Arial MT"/>
              </a:rPr>
              <a:t>s	</a:t>
            </a:r>
            <a:r>
              <a:rPr sz="2700" spc="-40" dirty="0">
                <a:latin typeface="Arial MT"/>
                <a:cs typeface="Arial MT"/>
              </a:rPr>
              <a:t>i</a:t>
            </a:r>
            <a:r>
              <a:rPr sz="2700" spc="-30" dirty="0">
                <a:latin typeface="Arial MT"/>
                <a:cs typeface="Arial MT"/>
              </a:rPr>
              <a:t>t</a:t>
            </a:r>
            <a:r>
              <a:rPr sz="2700" dirty="0">
                <a:latin typeface="Arial MT"/>
                <a:cs typeface="Arial MT"/>
              </a:rPr>
              <a:t>s	</a:t>
            </a:r>
            <a:r>
              <a:rPr sz="2700" spc="-85" dirty="0">
                <a:latin typeface="Arial MT"/>
                <a:cs typeface="Arial MT"/>
              </a:rPr>
              <a:t>‘</a:t>
            </a:r>
            <a:r>
              <a:rPr sz="2700" spc="-90" dirty="0">
                <a:latin typeface="Arial MT"/>
                <a:cs typeface="Arial MT"/>
              </a:rPr>
              <a:t>no</a:t>
            </a:r>
            <a:r>
              <a:rPr sz="2700" spc="-85" dirty="0">
                <a:latin typeface="Arial MT"/>
                <a:cs typeface="Arial MT"/>
              </a:rPr>
              <a:t>i</a:t>
            </a:r>
            <a:r>
              <a:rPr sz="2700" spc="-80" dirty="0">
                <a:latin typeface="Arial MT"/>
                <a:cs typeface="Arial MT"/>
              </a:rPr>
              <a:t>s</a:t>
            </a:r>
            <a:r>
              <a:rPr sz="2700" dirty="0">
                <a:latin typeface="Arial MT"/>
                <a:cs typeface="Arial MT"/>
              </a:rPr>
              <a:t>e  </a:t>
            </a:r>
            <a:r>
              <a:rPr sz="2700" spc="-35" dirty="0">
                <a:latin typeface="Arial MT"/>
                <a:cs typeface="Arial MT"/>
              </a:rPr>
              <a:t>immunity’</a:t>
            </a:r>
            <a:endParaRPr sz="2700">
              <a:latin typeface="Arial MT"/>
              <a:cs typeface="Arial MT"/>
            </a:endParaRPr>
          </a:p>
          <a:p>
            <a:pPr marL="304800" indent="-292735">
              <a:lnSpc>
                <a:spcPts val="2510"/>
              </a:lnSpc>
              <a:buChar char="•"/>
              <a:tabLst>
                <a:tab pos="304800" algn="l"/>
                <a:tab pos="305435" algn="l"/>
              </a:tabLst>
            </a:pPr>
            <a:r>
              <a:rPr sz="2700" spc="-75" dirty="0">
                <a:latin typeface="Arial MT"/>
                <a:cs typeface="Arial MT"/>
              </a:rPr>
              <a:t>Both</a:t>
            </a:r>
            <a:r>
              <a:rPr sz="2700" spc="-204" dirty="0">
                <a:latin typeface="Arial MT"/>
                <a:cs typeface="Arial MT"/>
              </a:rPr>
              <a:t> </a:t>
            </a:r>
            <a:r>
              <a:rPr sz="2700" spc="-260" dirty="0">
                <a:latin typeface="Arial MT"/>
                <a:cs typeface="Arial MT"/>
              </a:rPr>
              <a:t>MOSFETsand </a:t>
            </a:r>
            <a:r>
              <a:rPr sz="2700" spc="-55" dirty="0">
                <a:latin typeface="Arial MT"/>
                <a:cs typeface="Arial MT"/>
              </a:rPr>
              <a:t>bipolar</a:t>
            </a:r>
            <a:r>
              <a:rPr sz="2700" spc="-130" dirty="0">
                <a:latin typeface="Arial MT"/>
                <a:cs typeface="Arial MT"/>
              </a:rPr>
              <a:t> </a:t>
            </a:r>
            <a:r>
              <a:rPr sz="2700" spc="-90" dirty="0">
                <a:latin typeface="Arial MT"/>
                <a:cs typeface="Arial MT"/>
              </a:rPr>
              <a:t>transistors</a:t>
            </a:r>
            <a:r>
              <a:rPr sz="2700" spc="-150" dirty="0">
                <a:latin typeface="Arial MT"/>
                <a:cs typeface="Arial MT"/>
              </a:rPr>
              <a:t> </a:t>
            </a:r>
            <a:r>
              <a:rPr sz="2700" spc="-75" dirty="0">
                <a:latin typeface="Arial MT"/>
                <a:cs typeface="Arial MT"/>
              </a:rPr>
              <a:t>are</a:t>
            </a:r>
            <a:r>
              <a:rPr sz="2700" spc="-220" dirty="0">
                <a:latin typeface="Arial MT"/>
                <a:cs typeface="Arial MT"/>
              </a:rPr>
              <a:t> </a:t>
            </a:r>
            <a:r>
              <a:rPr sz="2700" spc="-120" dirty="0">
                <a:latin typeface="Arial MT"/>
                <a:cs typeface="Arial MT"/>
              </a:rPr>
              <a:t>used</a:t>
            </a:r>
            <a:r>
              <a:rPr sz="2700" spc="-345" dirty="0">
                <a:latin typeface="Arial MT"/>
                <a:cs typeface="Arial MT"/>
              </a:rPr>
              <a:t> </a:t>
            </a:r>
            <a:r>
              <a:rPr sz="2700" spc="-75" dirty="0">
                <a:latin typeface="Arial MT"/>
                <a:cs typeface="Arial MT"/>
              </a:rPr>
              <a:t>ingates</a:t>
            </a:r>
            <a:endParaRPr sz="2700">
              <a:latin typeface="Arial MT"/>
              <a:cs typeface="Arial MT"/>
            </a:endParaRPr>
          </a:p>
          <a:p>
            <a:pPr marL="303530" marR="13970" indent="-291465">
              <a:lnSpc>
                <a:spcPct val="69000"/>
              </a:lnSpc>
              <a:spcBef>
                <a:spcPts val="770"/>
              </a:spcBef>
              <a:buChar char="•"/>
              <a:tabLst>
                <a:tab pos="304800" algn="l"/>
                <a:tab pos="305435" algn="l"/>
                <a:tab pos="890269" algn="l"/>
                <a:tab pos="1765300" algn="l"/>
                <a:tab pos="2740660" algn="l"/>
                <a:tab pos="3921760" algn="l"/>
                <a:tab pos="4316730" algn="l"/>
                <a:tab pos="6250940" algn="l"/>
                <a:tab pos="7231380" algn="l"/>
              </a:tabLst>
            </a:pPr>
            <a:r>
              <a:rPr sz="2700" spc="-90" dirty="0">
                <a:latin typeface="Arial MT"/>
                <a:cs typeface="Arial MT"/>
              </a:rPr>
              <a:t>Al</a:t>
            </a:r>
            <a:r>
              <a:rPr sz="2700" spc="-5" dirty="0">
                <a:latin typeface="Arial MT"/>
                <a:cs typeface="Arial MT"/>
              </a:rPr>
              <a:t>l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100" dirty="0">
                <a:latin typeface="Arial MT"/>
                <a:cs typeface="Arial MT"/>
              </a:rPr>
              <a:t>l</a:t>
            </a:r>
            <a:r>
              <a:rPr sz="2700" spc="-105" dirty="0">
                <a:latin typeface="Arial MT"/>
                <a:cs typeface="Arial MT"/>
              </a:rPr>
              <a:t>ogi</a:t>
            </a:r>
            <a:r>
              <a:rPr sz="2700" dirty="0">
                <a:latin typeface="Arial MT"/>
                <a:cs typeface="Arial MT"/>
              </a:rPr>
              <a:t>c	</a:t>
            </a:r>
            <a:r>
              <a:rPr sz="2700" spc="-165" dirty="0">
                <a:latin typeface="Arial MT"/>
                <a:cs typeface="Arial MT"/>
              </a:rPr>
              <a:t>ga</a:t>
            </a:r>
            <a:r>
              <a:rPr sz="2700" spc="-155" dirty="0">
                <a:latin typeface="Arial MT"/>
                <a:cs typeface="Arial MT"/>
              </a:rPr>
              <a:t>t</a:t>
            </a:r>
            <a:r>
              <a:rPr sz="2700" spc="-165" dirty="0">
                <a:latin typeface="Arial MT"/>
                <a:cs typeface="Arial MT"/>
              </a:rPr>
              <a:t>e</a:t>
            </a:r>
            <a:r>
              <a:rPr sz="2700" dirty="0">
                <a:latin typeface="Arial MT"/>
                <a:cs typeface="Arial MT"/>
              </a:rPr>
              <a:t>s	</a:t>
            </a:r>
            <a:r>
              <a:rPr sz="2700" spc="-70" dirty="0">
                <a:latin typeface="Arial MT"/>
                <a:cs typeface="Arial MT"/>
              </a:rPr>
              <a:t>e</a:t>
            </a:r>
            <a:r>
              <a:rPr sz="2700" spc="-55" dirty="0">
                <a:latin typeface="Arial MT"/>
                <a:cs typeface="Arial MT"/>
              </a:rPr>
              <a:t>x</a:t>
            </a:r>
            <a:r>
              <a:rPr sz="2700" spc="-70" dirty="0">
                <a:latin typeface="Arial MT"/>
                <a:cs typeface="Arial MT"/>
              </a:rPr>
              <a:t>h</a:t>
            </a:r>
            <a:r>
              <a:rPr sz="2700" spc="-65" dirty="0">
                <a:latin typeface="Arial MT"/>
                <a:cs typeface="Arial MT"/>
              </a:rPr>
              <a:t>i</a:t>
            </a:r>
            <a:r>
              <a:rPr sz="2700" spc="-70" dirty="0">
                <a:latin typeface="Arial MT"/>
                <a:cs typeface="Arial MT"/>
              </a:rPr>
              <a:t>b</a:t>
            </a:r>
            <a:r>
              <a:rPr sz="2700" spc="-60" dirty="0">
                <a:latin typeface="Arial MT"/>
                <a:cs typeface="Arial MT"/>
              </a:rPr>
              <a:t>i</a:t>
            </a:r>
            <a:r>
              <a:rPr sz="2700" dirty="0">
                <a:latin typeface="Arial MT"/>
                <a:cs typeface="Arial MT"/>
              </a:rPr>
              <a:t>t	</a:t>
            </a:r>
            <a:r>
              <a:rPr sz="2700" spc="-5" dirty="0">
                <a:latin typeface="Arial MT"/>
                <a:cs typeface="Arial MT"/>
              </a:rPr>
              <a:t>a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95" dirty="0">
                <a:latin typeface="Arial MT"/>
                <a:cs typeface="Arial MT"/>
              </a:rPr>
              <a:t>p</a:t>
            </a:r>
            <a:r>
              <a:rPr sz="2700" spc="-85" dirty="0">
                <a:latin typeface="Arial MT"/>
                <a:cs typeface="Arial MT"/>
              </a:rPr>
              <a:t>r</a:t>
            </a:r>
            <a:r>
              <a:rPr sz="2700" spc="-95" dirty="0">
                <a:latin typeface="Arial MT"/>
                <a:cs typeface="Arial MT"/>
              </a:rPr>
              <a:t>opaga</a:t>
            </a:r>
            <a:r>
              <a:rPr sz="2700" spc="-80" dirty="0">
                <a:latin typeface="Arial MT"/>
                <a:cs typeface="Arial MT"/>
              </a:rPr>
              <a:t>t</a:t>
            </a:r>
            <a:r>
              <a:rPr sz="2700" spc="-90" dirty="0">
                <a:latin typeface="Arial MT"/>
                <a:cs typeface="Arial MT"/>
              </a:rPr>
              <a:t>i</a:t>
            </a:r>
            <a:r>
              <a:rPr sz="2700" spc="-80" dirty="0">
                <a:latin typeface="Arial MT"/>
                <a:cs typeface="Arial MT"/>
              </a:rPr>
              <a:t>o</a:t>
            </a:r>
            <a:r>
              <a:rPr sz="2700" spc="-5" dirty="0">
                <a:latin typeface="Arial MT"/>
                <a:cs typeface="Arial MT"/>
              </a:rPr>
              <a:t>n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130" dirty="0">
                <a:latin typeface="Arial MT"/>
                <a:cs typeface="Arial MT"/>
              </a:rPr>
              <a:t>de</a:t>
            </a:r>
            <a:r>
              <a:rPr sz="2700" spc="-125" dirty="0">
                <a:latin typeface="Arial MT"/>
                <a:cs typeface="Arial MT"/>
              </a:rPr>
              <a:t>l</a:t>
            </a:r>
            <a:r>
              <a:rPr sz="2700" spc="-130" dirty="0">
                <a:latin typeface="Arial MT"/>
                <a:cs typeface="Arial MT"/>
              </a:rPr>
              <a:t>a</a:t>
            </a:r>
            <a:r>
              <a:rPr sz="2700" dirty="0">
                <a:latin typeface="Arial MT"/>
                <a:cs typeface="Arial MT"/>
              </a:rPr>
              <a:t>y	</a:t>
            </a:r>
            <a:r>
              <a:rPr sz="2700" spc="-110" dirty="0">
                <a:latin typeface="Arial MT"/>
                <a:cs typeface="Arial MT"/>
              </a:rPr>
              <a:t>w</a:t>
            </a:r>
            <a:r>
              <a:rPr sz="2700" spc="-105" dirty="0">
                <a:latin typeface="Arial MT"/>
                <a:cs typeface="Arial MT"/>
              </a:rPr>
              <a:t>he</a:t>
            </a:r>
            <a:r>
              <a:rPr sz="2700" spc="-5" dirty="0">
                <a:latin typeface="Arial MT"/>
                <a:cs typeface="Arial MT"/>
              </a:rPr>
              <a:t>n  </a:t>
            </a:r>
            <a:r>
              <a:rPr sz="2700" spc="-105" dirty="0">
                <a:latin typeface="Arial MT"/>
                <a:cs typeface="Arial MT"/>
              </a:rPr>
              <a:t>responding</a:t>
            </a:r>
            <a:r>
              <a:rPr sz="2700" spc="-250" dirty="0">
                <a:latin typeface="Arial MT"/>
                <a:cs typeface="Arial MT"/>
              </a:rPr>
              <a:t> </a:t>
            </a:r>
            <a:r>
              <a:rPr sz="2700" spc="15" dirty="0">
                <a:latin typeface="Arial MT"/>
                <a:cs typeface="Arial MT"/>
              </a:rPr>
              <a:t>to</a:t>
            </a:r>
            <a:r>
              <a:rPr sz="2700" spc="50" dirty="0">
                <a:latin typeface="Arial MT"/>
                <a:cs typeface="Arial MT"/>
              </a:rPr>
              <a:t> </a:t>
            </a:r>
            <a:r>
              <a:rPr sz="2700" spc="-170" dirty="0">
                <a:latin typeface="Arial MT"/>
                <a:cs typeface="Arial MT"/>
              </a:rPr>
              <a:t>changes</a:t>
            </a:r>
            <a:r>
              <a:rPr sz="2700" spc="-375" dirty="0">
                <a:latin typeface="Arial MT"/>
                <a:cs typeface="Arial MT"/>
              </a:rPr>
              <a:t> </a:t>
            </a:r>
            <a:r>
              <a:rPr sz="2700" spc="-20" dirty="0">
                <a:latin typeface="Arial MT"/>
                <a:cs typeface="Arial MT"/>
              </a:rPr>
              <a:t>in</a:t>
            </a:r>
            <a:r>
              <a:rPr sz="2700" spc="-85" dirty="0">
                <a:latin typeface="Arial MT"/>
                <a:cs typeface="Arial MT"/>
              </a:rPr>
              <a:t> </a:t>
            </a:r>
            <a:r>
              <a:rPr sz="2700" spc="-15" dirty="0">
                <a:latin typeface="Arial MT"/>
                <a:cs typeface="Arial MT"/>
              </a:rPr>
              <a:t>their</a:t>
            </a:r>
            <a:r>
              <a:rPr sz="2700" spc="-465" dirty="0">
                <a:latin typeface="Arial MT"/>
                <a:cs typeface="Arial MT"/>
              </a:rPr>
              <a:t> </a:t>
            </a:r>
            <a:r>
              <a:rPr sz="2700" spc="-65" dirty="0">
                <a:latin typeface="Arial MT"/>
                <a:cs typeface="Arial MT"/>
              </a:rPr>
              <a:t>inputs</a:t>
            </a:r>
            <a:endParaRPr sz="2700">
              <a:latin typeface="Arial MT"/>
              <a:cs typeface="Arial MT"/>
            </a:endParaRPr>
          </a:p>
          <a:p>
            <a:pPr marL="304800" indent="-292735">
              <a:lnSpc>
                <a:spcPts val="2475"/>
              </a:lnSpc>
              <a:buChar char="•"/>
              <a:tabLst>
                <a:tab pos="304800" algn="l"/>
                <a:tab pos="305435" algn="l"/>
              </a:tabLst>
            </a:pPr>
            <a:r>
              <a:rPr sz="2700" spc="-200" dirty="0">
                <a:latin typeface="Arial MT"/>
                <a:cs typeface="Arial MT"/>
              </a:rPr>
              <a:t>Th</a:t>
            </a:r>
            <a:r>
              <a:rPr sz="2700" spc="-5" dirty="0">
                <a:latin typeface="Arial MT"/>
                <a:cs typeface="Arial MT"/>
              </a:rPr>
              <a:t>e</a:t>
            </a:r>
            <a:r>
              <a:rPr sz="2700" spc="-395" dirty="0">
                <a:latin typeface="Arial MT"/>
                <a:cs typeface="Arial MT"/>
              </a:rPr>
              <a:t> </a:t>
            </a:r>
            <a:r>
              <a:rPr sz="2700" spc="-90" dirty="0">
                <a:latin typeface="Arial MT"/>
                <a:cs typeface="Arial MT"/>
              </a:rPr>
              <a:t>m</a:t>
            </a:r>
            <a:r>
              <a:rPr sz="2700" spc="-95" dirty="0">
                <a:latin typeface="Arial MT"/>
                <a:cs typeface="Arial MT"/>
              </a:rPr>
              <a:t>o</a:t>
            </a:r>
            <a:r>
              <a:rPr sz="2700" spc="-80" dirty="0">
                <a:latin typeface="Arial MT"/>
                <a:cs typeface="Arial MT"/>
              </a:rPr>
              <a:t>s</a:t>
            </a:r>
            <a:r>
              <a:rPr sz="2700" dirty="0">
                <a:latin typeface="Arial MT"/>
                <a:cs typeface="Arial MT"/>
              </a:rPr>
              <a:t>t</a:t>
            </a:r>
            <a:r>
              <a:rPr sz="2700" spc="-170" dirty="0">
                <a:latin typeface="Arial MT"/>
                <a:cs typeface="Arial MT"/>
              </a:rPr>
              <a:t> </a:t>
            </a:r>
            <a:r>
              <a:rPr sz="2700" spc="-70" dirty="0">
                <a:latin typeface="Arial MT"/>
                <a:cs typeface="Arial MT"/>
              </a:rPr>
              <a:t>w</a:t>
            </a:r>
            <a:r>
              <a:rPr sz="2700" spc="-65" dirty="0">
                <a:latin typeface="Arial MT"/>
                <a:cs typeface="Arial MT"/>
              </a:rPr>
              <a:t>i</a:t>
            </a:r>
            <a:r>
              <a:rPr sz="2700" spc="-70" dirty="0">
                <a:latin typeface="Arial MT"/>
                <a:cs typeface="Arial MT"/>
              </a:rPr>
              <a:t>de</a:t>
            </a:r>
            <a:r>
              <a:rPr sz="2700" spc="-65" dirty="0">
                <a:latin typeface="Arial MT"/>
                <a:cs typeface="Arial MT"/>
              </a:rPr>
              <a:t>l</a:t>
            </a:r>
            <a:r>
              <a:rPr sz="2700" dirty="0">
                <a:latin typeface="Arial MT"/>
                <a:cs typeface="Arial MT"/>
              </a:rPr>
              <a:t>y</a:t>
            </a:r>
            <a:r>
              <a:rPr sz="2700" spc="-155" dirty="0">
                <a:latin typeface="Arial MT"/>
                <a:cs typeface="Arial MT"/>
              </a:rPr>
              <a:t> </a:t>
            </a:r>
            <a:r>
              <a:rPr sz="2700" spc="-165" dirty="0">
                <a:latin typeface="Arial MT"/>
                <a:cs typeface="Arial MT"/>
              </a:rPr>
              <a:t>u</a:t>
            </a:r>
            <a:r>
              <a:rPr sz="2700" spc="-155" dirty="0">
                <a:latin typeface="Arial MT"/>
                <a:cs typeface="Arial MT"/>
              </a:rPr>
              <a:t>s</a:t>
            </a:r>
            <a:r>
              <a:rPr sz="2700" spc="-165" dirty="0">
                <a:latin typeface="Arial MT"/>
                <a:cs typeface="Arial MT"/>
              </a:rPr>
              <a:t>e</a:t>
            </a:r>
            <a:r>
              <a:rPr sz="2700" spc="-5" dirty="0">
                <a:latin typeface="Arial MT"/>
                <a:cs typeface="Arial MT"/>
              </a:rPr>
              <a:t>d</a:t>
            </a:r>
            <a:r>
              <a:rPr sz="2700" spc="-330" dirty="0">
                <a:latin typeface="Arial MT"/>
                <a:cs typeface="Arial MT"/>
              </a:rPr>
              <a:t> </a:t>
            </a:r>
            <a:r>
              <a:rPr sz="2700" spc="-100" dirty="0">
                <a:latin typeface="Arial MT"/>
                <a:cs typeface="Arial MT"/>
              </a:rPr>
              <a:t>l</a:t>
            </a:r>
            <a:r>
              <a:rPr sz="2700" spc="-105" dirty="0">
                <a:latin typeface="Arial MT"/>
                <a:cs typeface="Arial MT"/>
              </a:rPr>
              <a:t>og</a:t>
            </a:r>
            <a:r>
              <a:rPr sz="2700" spc="-100" dirty="0">
                <a:latin typeface="Arial MT"/>
                <a:cs typeface="Arial MT"/>
              </a:rPr>
              <a:t>i</a:t>
            </a:r>
            <a:r>
              <a:rPr sz="2700" dirty="0">
                <a:latin typeface="Arial MT"/>
                <a:cs typeface="Arial MT"/>
              </a:rPr>
              <a:t>c</a:t>
            </a:r>
            <a:r>
              <a:rPr sz="2700" spc="-220" dirty="0">
                <a:latin typeface="Arial MT"/>
                <a:cs typeface="Arial MT"/>
              </a:rPr>
              <a:t> </a:t>
            </a:r>
            <a:r>
              <a:rPr sz="2700" spc="-80" dirty="0">
                <a:latin typeface="Arial MT"/>
                <a:cs typeface="Arial MT"/>
              </a:rPr>
              <a:t>f</a:t>
            </a:r>
            <a:r>
              <a:rPr sz="2700" spc="-95" dirty="0">
                <a:latin typeface="Arial MT"/>
                <a:cs typeface="Arial MT"/>
              </a:rPr>
              <a:t>a</a:t>
            </a:r>
            <a:r>
              <a:rPr sz="2700" spc="-90" dirty="0">
                <a:latin typeface="Arial MT"/>
                <a:cs typeface="Arial MT"/>
              </a:rPr>
              <a:t>mili</a:t>
            </a:r>
            <a:r>
              <a:rPr sz="2700" spc="-95" dirty="0">
                <a:latin typeface="Arial MT"/>
                <a:cs typeface="Arial MT"/>
              </a:rPr>
              <a:t>e</a:t>
            </a:r>
            <a:r>
              <a:rPr sz="2700" dirty="0">
                <a:latin typeface="Arial MT"/>
                <a:cs typeface="Arial MT"/>
              </a:rPr>
              <a:t>s</a:t>
            </a:r>
            <a:r>
              <a:rPr sz="2700" spc="-175" dirty="0">
                <a:latin typeface="Arial MT"/>
                <a:cs typeface="Arial MT"/>
              </a:rPr>
              <a:t> </a:t>
            </a:r>
            <a:r>
              <a:rPr sz="2700" spc="-114" dirty="0">
                <a:latin typeface="Arial MT"/>
                <a:cs typeface="Arial MT"/>
              </a:rPr>
              <a:t>a</a:t>
            </a:r>
            <a:r>
              <a:rPr sz="2700" spc="-110" dirty="0">
                <a:latin typeface="Arial MT"/>
                <a:cs typeface="Arial MT"/>
              </a:rPr>
              <a:t>r</a:t>
            </a:r>
            <a:r>
              <a:rPr sz="2700" spc="-5" dirty="0">
                <a:latin typeface="Arial MT"/>
                <a:cs typeface="Arial MT"/>
              </a:rPr>
              <a:t>e</a:t>
            </a:r>
            <a:r>
              <a:rPr sz="2700" spc="-225" dirty="0">
                <a:latin typeface="Arial MT"/>
                <a:cs typeface="Arial MT"/>
              </a:rPr>
              <a:t> </a:t>
            </a:r>
            <a:r>
              <a:rPr sz="2700" spc="-350" dirty="0">
                <a:latin typeface="Arial MT"/>
                <a:cs typeface="Arial MT"/>
              </a:rPr>
              <a:t>C</a:t>
            </a:r>
            <a:r>
              <a:rPr sz="2700" spc="-345" dirty="0">
                <a:latin typeface="Arial MT"/>
                <a:cs typeface="Arial MT"/>
              </a:rPr>
              <a:t>M</a:t>
            </a:r>
            <a:r>
              <a:rPr sz="2700" spc="-340" dirty="0">
                <a:latin typeface="Arial MT"/>
                <a:cs typeface="Arial MT"/>
              </a:rPr>
              <a:t>O</a:t>
            </a:r>
            <a:r>
              <a:rPr sz="2700" spc="90" dirty="0">
                <a:latin typeface="Arial MT"/>
                <a:cs typeface="Arial MT"/>
              </a:rPr>
              <a:t>S</a:t>
            </a:r>
            <a:r>
              <a:rPr sz="2700" spc="-125" dirty="0">
                <a:latin typeface="Arial MT"/>
                <a:cs typeface="Arial MT"/>
              </a:rPr>
              <a:t>an</a:t>
            </a:r>
            <a:r>
              <a:rPr sz="2700" spc="-5" dirty="0">
                <a:latin typeface="Arial MT"/>
                <a:cs typeface="Arial MT"/>
              </a:rPr>
              <a:t>d</a:t>
            </a:r>
            <a:r>
              <a:rPr sz="2700" spc="-370" dirty="0">
                <a:latin typeface="Arial MT"/>
                <a:cs typeface="Arial MT"/>
              </a:rPr>
              <a:t> </a:t>
            </a:r>
            <a:r>
              <a:rPr sz="2700" spc="-355" dirty="0">
                <a:latin typeface="Arial MT"/>
                <a:cs typeface="Arial MT"/>
              </a:rPr>
              <a:t>TTL</a:t>
            </a:r>
            <a:endParaRPr sz="2700">
              <a:latin typeface="Arial MT"/>
              <a:cs typeface="Arial MT"/>
            </a:endParaRPr>
          </a:p>
          <a:p>
            <a:pPr marL="304800" marR="5080" indent="-292735">
              <a:lnSpc>
                <a:spcPct val="69400"/>
              </a:lnSpc>
              <a:spcBef>
                <a:spcPts val="910"/>
              </a:spcBef>
              <a:buChar char="•"/>
              <a:tabLst>
                <a:tab pos="304800" algn="l"/>
                <a:tab pos="305435" algn="l"/>
                <a:tab pos="3072765" algn="l"/>
                <a:tab pos="3484245" algn="l"/>
                <a:tab pos="5190490" algn="l"/>
                <a:tab pos="6156325" algn="l"/>
                <a:tab pos="7409180" algn="l"/>
              </a:tabLst>
            </a:pPr>
            <a:r>
              <a:rPr sz="2700" spc="-355" dirty="0">
                <a:latin typeface="Arial MT"/>
                <a:cs typeface="Arial MT"/>
              </a:rPr>
              <a:t>CMO</a:t>
            </a:r>
            <a:r>
              <a:rPr sz="2700" dirty="0">
                <a:latin typeface="Arial MT"/>
                <a:cs typeface="Arial MT"/>
              </a:rPr>
              <a:t>S</a:t>
            </a:r>
            <a:r>
              <a:rPr sz="2700" spc="180" dirty="0">
                <a:latin typeface="Arial MT"/>
                <a:cs typeface="Arial MT"/>
              </a:rPr>
              <a:t> </a:t>
            </a:r>
            <a:r>
              <a:rPr sz="2700" spc="-100" dirty="0">
                <a:latin typeface="Arial MT"/>
                <a:cs typeface="Arial MT"/>
              </a:rPr>
              <a:t>i</a:t>
            </a:r>
            <a:r>
              <a:rPr sz="2700" dirty="0">
                <a:latin typeface="Arial MT"/>
                <a:cs typeface="Arial MT"/>
              </a:rPr>
              <a:t>s</a:t>
            </a:r>
            <a:r>
              <a:rPr sz="2700" spc="275" dirty="0">
                <a:latin typeface="Arial MT"/>
                <a:cs typeface="Arial MT"/>
              </a:rPr>
              <a:t> </a:t>
            </a:r>
            <a:r>
              <a:rPr sz="2700" spc="-114" dirty="0">
                <a:latin typeface="Arial MT"/>
                <a:cs typeface="Arial MT"/>
              </a:rPr>
              <a:t>a</a:t>
            </a:r>
            <a:r>
              <a:rPr sz="2700" spc="-105" dirty="0">
                <a:latin typeface="Arial MT"/>
                <a:cs typeface="Arial MT"/>
              </a:rPr>
              <a:t>v</a:t>
            </a:r>
            <a:r>
              <a:rPr sz="2700" spc="-114" dirty="0">
                <a:latin typeface="Arial MT"/>
                <a:cs typeface="Arial MT"/>
              </a:rPr>
              <a:t>a</a:t>
            </a:r>
            <a:r>
              <a:rPr sz="2700" spc="-110" dirty="0">
                <a:latin typeface="Arial MT"/>
                <a:cs typeface="Arial MT"/>
              </a:rPr>
              <a:t>il</a:t>
            </a:r>
            <a:r>
              <a:rPr sz="2700" spc="-114" dirty="0">
                <a:latin typeface="Arial MT"/>
                <a:cs typeface="Arial MT"/>
              </a:rPr>
              <a:t>ab</a:t>
            </a:r>
            <a:r>
              <a:rPr sz="2700" spc="-110" dirty="0">
                <a:latin typeface="Arial MT"/>
                <a:cs typeface="Arial MT"/>
              </a:rPr>
              <a:t>l</a:t>
            </a:r>
            <a:r>
              <a:rPr sz="2700" dirty="0">
                <a:latin typeface="Arial MT"/>
                <a:cs typeface="Arial MT"/>
              </a:rPr>
              <a:t>e	</a:t>
            </a:r>
            <a:r>
              <a:rPr sz="2700" spc="-25" dirty="0">
                <a:latin typeface="Arial MT"/>
                <a:cs typeface="Arial MT"/>
              </a:rPr>
              <a:t>i</a:t>
            </a:r>
            <a:r>
              <a:rPr sz="2700" dirty="0">
                <a:latin typeface="Arial MT"/>
                <a:cs typeface="Arial MT"/>
              </a:rPr>
              <a:t>n	a</a:t>
            </a:r>
            <a:r>
              <a:rPr sz="2700" spc="254" dirty="0">
                <a:latin typeface="Arial MT"/>
                <a:cs typeface="Arial MT"/>
              </a:rPr>
              <a:t> </a:t>
            </a:r>
            <a:r>
              <a:rPr sz="2700" spc="-135" dirty="0">
                <a:latin typeface="Arial MT"/>
                <a:cs typeface="Arial MT"/>
              </a:rPr>
              <a:t>r</a:t>
            </a:r>
            <a:r>
              <a:rPr sz="2700" spc="-140" dirty="0">
                <a:latin typeface="Arial MT"/>
                <a:cs typeface="Arial MT"/>
              </a:rPr>
              <a:t>an</a:t>
            </a:r>
            <a:r>
              <a:rPr sz="2700" spc="-135" dirty="0">
                <a:latin typeface="Arial MT"/>
                <a:cs typeface="Arial MT"/>
              </a:rPr>
              <a:t>g</a:t>
            </a:r>
            <a:r>
              <a:rPr sz="2700" dirty="0">
                <a:latin typeface="Arial MT"/>
                <a:cs typeface="Arial MT"/>
              </a:rPr>
              <a:t>e</a:t>
            </a:r>
            <a:r>
              <a:rPr sz="2700" spc="335" dirty="0">
                <a:latin typeface="Arial MT"/>
                <a:cs typeface="Arial MT"/>
              </a:rPr>
              <a:t> </a:t>
            </a:r>
            <a:r>
              <a:rPr sz="2700" spc="-15" dirty="0">
                <a:latin typeface="Arial MT"/>
                <a:cs typeface="Arial MT"/>
              </a:rPr>
              <a:t>o</a:t>
            </a:r>
            <a:r>
              <a:rPr sz="2700" dirty="0">
                <a:latin typeface="Arial MT"/>
                <a:cs typeface="Arial MT"/>
              </a:rPr>
              <a:t>f	</a:t>
            </a:r>
            <a:r>
              <a:rPr sz="2700" spc="-70" dirty="0">
                <a:latin typeface="Arial MT"/>
                <a:cs typeface="Arial MT"/>
              </a:rPr>
              <a:t>f</a:t>
            </a:r>
            <a:r>
              <a:rPr sz="2700" spc="-80" dirty="0">
                <a:latin typeface="Arial MT"/>
                <a:cs typeface="Arial MT"/>
              </a:rPr>
              <a:t>o</a:t>
            </a:r>
            <a:r>
              <a:rPr sz="2700" spc="-75" dirty="0">
                <a:latin typeface="Arial MT"/>
                <a:cs typeface="Arial MT"/>
              </a:rPr>
              <a:t>r</a:t>
            </a:r>
            <a:r>
              <a:rPr sz="2700" spc="-80" dirty="0">
                <a:latin typeface="Arial MT"/>
                <a:cs typeface="Arial MT"/>
              </a:rPr>
              <a:t>m</a:t>
            </a:r>
            <a:r>
              <a:rPr sz="2700" dirty="0">
                <a:latin typeface="Arial MT"/>
                <a:cs typeface="Arial MT"/>
              </a:rPr>
              <a:t>s	</a:t>
            </a:r>
            <a:r>
              <a:rPr sz="2700" spc="-55" dirty="0">
                <a:latin typeface="Arial MT"/>
                <a:cs typeface="Arial MT"/>
              </a:rPr>
              <a:t>o</a:t>
            </a:r>
            <a:r>
              <a:rPr sz="2700" spc="-95" dirty="0">
                <a:latin typeface="Arial MT"/>
                <a:cs typeface="Arial MT"/>
              </a:rPr>
              <a:t>f</a:t>
            </a:r>
            <a:r>
              <a:rPr sz="2700" spc="-45" dirty="0">
                <a:latin typeface="Arial MT"/>
                <a:cs typeface="Arial MT"/>
              </a:rPr>
              <a:t>f</a:t>
            </a:r>
            <a:r>
              <a:rPr sz="2700" spc="-55" dirty="0">
                <a:latin typeface="Arial MT"/>
                <a:cs typeface="Arial MT"/>
              </a:rPr>
              <a:t>e</a:t>
            </a:r>
            <a:r>
              <a:rPr sz="2700" spc="-50" dirty="0">
                <a:latin typeface="Arial MT"/>
                <a:cs typeface="Arial MT"/>
              </a:rPr>
              <a:t>ri</a:t>
            </a:r>
            <a:r>
              <a:rPr sz="2700" spc="-45" dirty="0">
                <a:latin typeface="Arial MT"/>
                <a:cs typeface="Arial MT"/>
              </a:rPr>
              <a:t>n</a:t>
            </a:r>
            <a:r>
              <a:rPr sz="2700" dirty="0">
                <a:latin typeface="Arial MT"/>
                <a:cs typeface="Arial MT"/>
              </a:rPr>
              <a:t>g	</a:t>
            </a:r>
            <a:r>
              <a:rPr sz="2700" spc="-100" dirty="0">
                <a:latin typeface="Arial MT"/>
                <a:cs typeface="Arial MT"/>
              </a:rPr>
              <a:t>h</a:t>
            </a:r>
            <a:r>
              <a:rPr sz="2700" spc="-95" dirty="0">
                <a:latin typeface="Arial MT"/>
                <a:cs typeface="Arial MT"/>
              </a:rPr>
              <a:t>i</a:t>
            </a:r>
            <a:r>
              <a:rPr sz="2700" spc="-100" dirty="0">
                <a:latin typeface="Arial MT"/>
                <a:cs typeface="Arial MT"/>
              </a:rPr>
              <a:t>g</a:t>
            </a:r>
            <a:r>
              <a:rPr sz="2700" dirty="0">
                <a:latin typeface="Arial MT"/>
                <a:cs typeface="Arial MT"/>
              </a:rPr>
              <a:t>h  </a:t>
            </a:r>
            <a:r>
              <a:rPr sz="2700" spc="-130" dirty="0">
                <a:latin typeface="Arial MT"/>
                <a:cs typeface="Arial MT"/>
              </a:rPr>
              <a:t>speed</a:t>
            </a:r>
            <a:r>
              <a:rPr sz="2700" spc="-345" dirty="0">
                <a:latin typeface="Arial MT"/>
                <a:cs typeface="Arial MT"/>
              </a:rPr>
              <a:t> </a:t>
            </a:r>
            <a:r>
              <a:rPr sz="2700" spc="-15" dirty="0">
                <a:latin typeface="Arial MT"/>
                <a:cs typeface="Arial MT"/>
              </a:rPr>
              <a:t>or</a:t>
            </a:r>
            <a:r>
              <a:rPr sz="2700" spc="-55" dirty="0">
                <a:latin typeface="Arial MT"/>
                <a:cs typeface="Arial MT"/>
              </a:rPr>
              <a:t> </a:t>
            </a:r>
            <a:r>
              <a:rPr sz="2700" spc="-75" dirty="0">
                <a:latin typeface="Arial MT"/>
                <a:cs typeface="Arial MT"/>
              </a:rPr>
              <a:t>very</a:t>
            </a:r>
            <a:r>
              <a:rPr sz="2700" spc="-220" dirty="0">
                <a:latin typeface="Arial MT"/>
                <a:cs typeface="Arial MT"/>
              </a:rPr>
              <a:t> </a:t>
            </a:r>
            <a:r>
              <a:rPr sz="2700" spc="-30" dirty="0">
                <a:latin typeface="Arial MT"/>
                <a:cs typeface="Arial MT"/>
              </a:rPr>
              <a:t>low</a:t>
            </a:r>
            <a:r>
              <a:rPr sz="2700" spc="-50" dirty="0">
                <a:latin typeface="Arial MT"/>
                <a:cs typeface="Arial MT"/>
              </a:rPr>
              <a:t> </a:t>
            </a:r>
            <a:r>
              <a:rPr sz="2700" spc="-65" dirty="0">
                <a:latin typeface="Arial MT"/>
                <a:cs typeface="Arial MT"/>
              </a:rPr>
              <a:t>powerconsumption</a:t>
            </a:r>
            <a:endParaRPr sz="2700">
              <a:latin typeface="Arial MT"/>
              <a:cs typeface="Arial MT"/>
            </a:endParaRPr>
          </a:p>
          <a:p>
            <a:pPr marL="304800" marR="868044" indent="-292735">
              <a:lnSpc>
                <a:spcPct val="68900"/>
              </a:lnSpc>
              <a:spcBef>
                <a:spcPts val="600"/>
              </a:spcBef>
              <a:buChar char="•"/>
              <a:tabLst>
                <a:tab pos="304800" algn="l"/>
                <a:tab pos="305435" algn="l"/>
                <a:tab pos="975360" algn="l"/>
                <a:tab pos="1814195" algn="l"/>
                <a:tab pos="2219325" algn="l"/>
                <a:tab pos="2970530" algn="l"/>
                <a:tab pos="4500880" algn="l"/>
                <a:tab pos="4952365" algn="l"/>
                <a:tab pos="5918835" algn="l"/>
              </a:tabLst>
            </a:pPr>
            <a:r>
              <a:rPr sz="2700" spc="-370" dirty="0">
                <a:latin typeface="Arial MT"/>
                <a:cs typeface="Arial MT"/>
              </a:rPr>
              <a:t>TT</a:t>
            </a:r>
            <a:r>
              <a:rPr sz="2700" spc="-5" dirty="0">
                <a:latin typeface="Arial MT"/>
                <a:cs typeface="Arial MT"/>
              </a:rPr>
              <a:t>L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100" dirty="0">
                <a:latin typeface="Arial MT"/>
                <a:cs typeface="Arial MT"/>
              </a:rPr>
              <a:t>l</a:t>
            </a:r>
            <a:r>
              <a:rPr sz="2700" spc="-105" dirty="0">
                <a:latin typeface="Arial MT"/>
                <a:cs typeface="Arial MT"/>
              </a:rPr>
              <a:t>ogi</a:t>
            </a:r>
            <a:r>
              <a:rPr sz="2700" dirty="0">
                <a:latin typeface="Arial MT"/>
                <a:cs typeface="Arial MT"/>
              </a:rPr>
              <a:t>c	</a:t>
            </a:r>
            <a:r>
              <a:rPr sz="2700" spc="-105" dirty="0">
                <a:latin typeface="Arial MT"/>
                <a:cs typeface="Arial MT"/>
              </a:rPr>
              <a:t>i</a:t>
            </a:r>
            <a:r>
              <a:rPr sz="2700" dirty="0">
                <a:latin typeface="Arial MT"/>
                <a:cs typeface="Arial MT"/>
              </a:rPr>
              <a:t>s	</a:t>
            </a:r>
            <a:r>
              <a:rPr sz="2700" spc="-155" dirty="0">
                <a:latin typeface="Arial MT"/>
                <a:cs typeface="Arial MT"/>
              </a:rPr>
              <a:t>a</a:t>
            </a:r>
            <a:r>
              <a:rPr sz="2700" spc="-150" dirty="0">
                <a:latin typeface="Arial MT"/>
                <a:cs typeface="Arial MT"/>
              </a:rPr>
              <a:t>l</a:t>
            </a:r>
            <a:r>
              <a:rPr sz="2700" spc="-140" dirty="0">
                <a:latin typeface="Arial MT"/>
                <a:cs typeface="Arial MT"/>
              </a:rPr>
              <a:t>s</a:t>
            </a:r>
            <a:r>
              <a:rPr sz="2700" spc="-5" dirty="0">
                <a:latin typeface="Arial MT"/>
                <a:cs typeface="Arial MT"/>
              </a:rPr>
              <a:t>o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105" dirty="0">
                <a:latin typeface="Arial MT"/>
                <a:cs typeface="Arial MT"/>
              </a:rPr>
              <a:t>p</a:t>
            </a:r>
            <a:r>
              <a:rPr sz="2700" spc="-95" dirty="0">
                <a:latin typeface="Arial MT"/>
                <a:cs typeface="Arial MT"/>
              </a:rPr>
              <a:t>r</a:t>
            </a:r>
            <a:r>
              <a:rPr sz="2700" spc="-105" dirty="0">
                <a:latin typeface="Arial MT"/>
                <a:cs typeface="Arial MT"/>
              </a:rPr>
              <a:t>odu</a:t>
            </a:r>
            <a:r>
              <a:rPr sz="2700" spc="-90" dirty="0">
                <a:latin typeface="Arial MT"/>
                <a:cs typeface="Arial MT"/>
              </a:rPr>
              <a:t>c</a:t>
            </a:r>
            <a:r>
              <a:rPr sz="2700" spc="-105" dirty="0">
                <a:latin typeface="Arial MT"/>
                <a:cs typeface="Arial MT"/>
              </a:rPr>
              <a:t>e</a:t>
            </a:r>
            <a:r>
              <a:rPr sz="2700" spc="-5" dirty="0">
                <a:latin typeface="Arial MT"/>
                <a:cs typeface="Arial MT"/>
              </a:rPr>
              <a:t>d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30" dirty="0">
                <a:latin typeface="Arial MT"/>
                <a:cs typeface="Arial MT"/>
              </a:rPr>
              <a:t>i</a:t>
            </a:r>
            <a:r>
              <a:rPr sz="2700" spc="-5" dirty="0">
                <a:latin typeface="Arial MT"/>
                <a:cs typeface="Arial MT"/>
              </a:rPr>
              <a:t>n</a:t>
            </a:r>
            <a:r>
              <a:rPr sz="2700" dirty="0">
                <a:latin typeface="Arial MT"/>
                <a:cs typeface="Arial MT"/>
              </a:rPr>
              <a:t>	</a:t>
            </a:r>
            <a:r>
              <a:rPr sz="2700" spc="-150" dirty="0">
                <a:latin typeface="Arial MT"/>
                <a:cs typeface="Arial MT"/>
              </a:rPr>
              <a:t>ma</a:t>
            </a:r>
            <a:r>
              <a:rPr sz="2700" spc="-155" dirty="0">
                <a:latin typeface="Arial MT"/>
                <a:cs typeface="Arial MT"/>
              </a:rPr>
              <a:t>n</a:t>
            </a:r>
            <a:r>
              <a:rPr sz="2700" dirty="0">
                <a:latin typeface="Arial MT"/>
                <a:cs typeface="Arial MT"/>
              </a:rPr>
              <a:t>y	</a:t>
            </a:r>
            <a:r>
              <a:rPr sz="2700" spc="-130" dirty="0">
                <a:latin typeface="Arial MT"/>
                <a:cs typeface="Arial MT"/>
              </a:rPr>
              <a:t>v</a:t>
            </a:r>
            <a:r>
              <a:rPr sz="2700" spc="-140" dirty="0">
                <a:latin typeface="Arial MT"/>
                <a:cs typeface="Arial MT"/>
              </a:rPr>
              <a:t>e</a:t>
            </a:r>
            <a:r>
              <a:rPr sz="2700" spc="-135" dirty="0">
                <a:latin typeface="Arial MT"/>
                <a:cs typeface="Arial MT"/>
              </a:rPr>
              <a:t>r</a:t>
            </a:r>
            <a:r>
              <a:rPr sz="2700" spc="-130" dirty="0">
                <a:latin typeface="Arial MT"/>
                <a:cs typeface="Arial MT"/>
              </a:rPr>
              <a:t>s</a:t>
            </a:r>
            <a:r>
              <a:rPr sz="2700" spc="-140" dirty="0">
                <a:latin typeface="Arial MT"/>
                <a:cs typeface="Arial MT"/>
              </a:rPr>
              <a:t>ion</a:t>
            </a:r>
            <a:r>
              <a:rPr sz="2700" spc="-125" dirty="0">
                <a:latin typeface="Arial MT"/>
                <a:cs typeface="Arial MT"/>
              </a:rPr>
              <a:t>s</a:t>
            </a:r>
            <a:r>
              <a:rPr sz="2700" dirty="0">
                <a:latin typeface="Arial MT"/>
                <a:cs typeface="Arial MT"/>
              </a:rPr>
              <a:t>,  </a:t>
            </a:r>
            <a:r>
              <a:rPr sz="2700" spc="-114" dirty="0">
                <a:latin typeface="Arial MT"/>
                <a:cs typeface="Arial MT"/>
              </a:rPr>
              <a:t>each</a:t>
            </a:r>
            <a:r>
              <a:rPr sz="2700" spc="315" dirty="0">
                <a:latin typeface="Arial MT"/>
                <a:cs typeface="Arial MT"/>
              </a:rPr>
              <a:t> </a:t>
            </a:r>
            <a:r>
              <a:rPr sz="2700" spc="-70" dirty="0">
                <a:latin typeface="Arial MT"/>
                <a:cs typeface="Arial MT"/>
              </a:rPr>
              <a:t>optimised</a:t>
            </a:r>
            <a:r>
              <a:rPr sz="2700" spc="-18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for</a:t>
            </a:r>
            <a:r>
              <a:rPr sz="2700" spc="1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a</a:t>
            </a:r>
            <a:r>
              <a:rPr sz="2700" spc="-415" dirty="0">
                <a:latin typeface="Arial MT"/>
                <a:cs typeface="Arial MT"/>
              </a:rPr>
              <a:t> </a:t>
            </a:r>
            <a:r>
              <a:rPr sz="2700" spc="-60" dirty="0">
                <a:latin typeface="Arial MT"/>
                <a:cs typeface="Arial MT"/>
              </a:rPr>
              <a:t>particular</a:t>
            </a:r>
            <a:r>
              <a:rPr sz="2700" spc="-360" dirty="0">
                <a:latin typeface="Arial MT"/>
                <a:cs typeface="Arial MT"/>
              </a:rPr>
              <a:t> </a:t>
            </a:r>
            <a:r>
              <a:rPr sz="2700" spc="-90" dirty="0">
                <a:latin typeface="Arial MT"/>
                <a:cs typeface="Arial MT"/>
              </a:rPr>
              <a:t>characteristic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3417" y="462788"/>
            <a:ext cx="48006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70" dirty="0"/>
              <a:t>K</a:t>
            </a:r>
            <a:r>
              <a:rPr spc="-375" dirty="0"/>
              <a:t>e</a:t>
            </a:r>
            <a:r>
              <a:rPr dirty="0"/>
              <a:t>y</a:t>
            </a:r>
            <a:r>
              <a:rPr spc="-760" dirty="0"/>
              <a:t> </a:t>
            </a:r>
            <a:r>
              <a:rPr spc="-114" dirty="0"/>
              <a:t>po</a:t>
            </a:r>
            <a:r>
              <a:rPr spc="-105" dirty="0"/>
              <a:t>i</a:t>
            </a:r>
            <a:r>
              <a:rPr spc="-114" dirty="0"/>
              <a:t>nt</a:t>
            </a:r>
            <a:r>
              <a:rPr dirty="0"/>
              <a:t>s</a:t>
            </a:r>
            <a:r>
              <a:rPr spc="-195" dirty="0"/>
              <a:t> </a:t>
            </a:r>
            <a:r>
              <a:rPr spc="-95" dirty="0"/>
              <a:t>abou</a:t>
            </a:r>
            <a:r>
              <a:rPr dirty="0"/>
              <a:t>t</a:t>
            </a:r>
            <a:r>
              <a:rPr spc="-395" dirty="0"/>
              <a:t> </a:t>
            </a:r>
            <a:r>
              <a:rPr spc="-580" dirty="0"/>
              <a:t>TTL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3786" y="1538296"/>
            <a:ext cx="7672705" cy="260286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510540" indent="-498475">
              <a:lnSpc>
                <a:spcPct val="100000"/>
              </a:lnSpc>
              <a:spcBef>
                <a:spcPts val="610"/>
              </a:spcBef>
              <a:buFont typeface="Segoe UI Symbol"/>
              <a:buChar char="➢"/>
              <a:tabLst>
                <a:tab pos="510540" algn="l"/>
                <a:tab pos="51117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popular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widely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IC</a:t>
            </a:r>
            <a:r>
              <a:rPr sz="2400" spc="-5" dirty="0">
                <a:latin typeface="Times New Roman"/>
                <a:cs typeface="Times New Roman"/>
              </a:rPr>
              <a:t> family</a:t>
            </a:r>
            <a:r>
              <a:rPr sz="2400" dirty="0">
                <a:latin typeface="Times New Roman"/>
                <a:cs typeface="Times New Roman"/>
              </a:rPr>
              <a:t> is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TTL.</a:t>
            </a:r>
            <a:endParaRPr sz="2400">
              <a:latin typeface="Times New Roman"/>
              <a:cs typeface="Times New Roman"/>
            </a:endParaRPr>
          </a:p>
          <a:p>
            <a:pPr marL="510540" indent="-498475">
              <a:lnSpc>
                <a:spcPct val="100000"/>
              </a:lnSpc>
              <a:spcBef>
                <a:spcPts val="505"/>
              </a:spcBef>
              <a:buFont typeface="Segoe UI Symbol"/>
              <a:buChar char="➢"/>
              <a:tabLst>
                <a:tab pos="510540" algn="l"/>
                <a:tab pos="511175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TTL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ci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spc="-15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cu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rent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low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510540" indent="-498475">
              <a:lnSpc>
                <a:spcPct val="100000"/>
              </a:lnSpc>
              <a:spcBef>
                <a:spcPts val="490"/>
              </a:spcBef>
              <a:buFont typeface="Segoe UI Symbol"/>
              <a:buChar char="➢"/>
              <a:tabLst>
                <a:tab pos="510540" algn="l"/>
                <a:tab pos="511175" algn="l"/>
                <a:tab pos="6023610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TTL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circuit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current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source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	high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endParaRPr sz="2400">
              <a:latin typeface="Times New Roman"/>
              <a:cs typeface="Times New Roman"/>
            </a:endParaRPr>
          </a:p>
          <a:p>
            <a:pPr marL="586740" indent="-574675">
              <a:lnSpc>
                <a:spcPct val="100000"/>
              </a:lnSpc>
              <a:spcBef>
                <a:spcPts val="505"/>
              </a:spcBef>
              <a:buFont typeface="Segoe UI Symbol"/>
              <a:buChar char="➢"/>
              <a:tabLst>
                <a:tab pos="586740" algn="l"/>
                <a:tab pos="58737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TTL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series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suitable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frequencies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FTTL.</a:t>
            </a:r>
            <a:endParaRPr sz="2400">
              <a:latin typeface="Times New Roman"/>
              <a:cs typeface="Times New Roman"/>
            </a:endParaRPr>
          </a:p>
          <a:p>
            <a:pPr marL="510540" indent="-498475">
              <a:lnSpc>
                <a:spcPct val="100000"/>
              </a:lnSpc>
              <a:spcBef>
                <a:spcPts val="505"/>
              </a:spcBef>
              <a:buFont typeface="Segoe UI Symbol"/>
              <a:buChar char="➢"/>
              <a:tabLst>
                <a:tab pos="510540" algn="l"/>
                <a:tab pos="51117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fastest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saturated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logic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family</a:t>
            </a:r>
            <a:r>
              <a:rPr sz="2400" dirty="0">
                <a:latin typeface="Times New Roman"/>
                <a:cs typeface="Times New Roman"/>
              </a:rPr>
              <a:t> is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TTL</a:t>
            </a:r>
            <a:endParaRPr sz="2400">
              <a:latin typeface="Times New Roman"/>
              <a:cs typeface="Times New Roman"/>
            </a:endParaRPr>
          </a:p>
          <a:p>
            <a:pPr marL="510540" indent="-498475">
              <a:lnSpc>
                <a:spcPct val="100000"/>
              </a:lnSpc>
              <a:spcBef>
                <a:spcPts val="495"/>
              </a:spcBef>
              <a:buFont typeface="Segoe UI Symbol"/>
              <a:buChar char="➢"/>
              <a:tabLst>
                <a:tab pos="510540" algn="l"/>
                <a:tab pos="51117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logic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family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most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suitable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" dirty="0">
                <a:latin typeface="Times New Roman"/>
                <a:cs typeface="Times New Roman"/>
              </a:rPr>
              <a:t> SSI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MSI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TTL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0335" y="462788"/>
            <a:ext cx="48634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70" dirty="0"/>
              <a:t>K</a:t>
            </a:r>
            <a:r>
              <a:rPr spc="-375" dirty="0"/>
              <a:t>e</a:t>
            </a:r>
            <a:r>
              <a:rPr dirty="0"/>
              <a:t>y</a:t>
            </a:r>
            <a:r>
              <a:rPr spc="-760" dirty="0"/>
              <a:t> </a:t>
            </a:r>
            <a:r>
              <a:rPr spc="-114" dirty="0"/>
              <a:t>po</a:t>
            </a:r>
            <a:r>
              <a:rPr spc="-105" dirty="0"/>
              <a:t>i</a:t>
            </a:r>
            <a:r>
              <a:rPr spc="-114" dirty="0"/>
              <a:t>nt</a:t>
            </a:r>
            <a:r>
              <a:rPr dirty="0"/>
              <a:t>s</a:t>
            </a:r>
            <a:r>
              <a:rPr spc="-195" dirty="0"/>
              <a:t> </a:t>
            </a:r>
            <a:r>
              <a:rPr spc="-95" dirty="0"/>
              <a:t>abou</a:t>
            </a:r>
            <a:r>
              <a:rPr dirty="0"/>
              <a:t>t</a:t>
            </a:r>
            <a:r>
              <a:rPr spc="-405" dirty="0"/>
              <a:t> </a:t>
            </a:r>
            <a:r>
              <a:rPr spc="-740" dirty="0"/>
              <a:t>E</a:t>
            </a:r>
            <a:r>
              <a:rPr spc="-745" dirty="0"/>
              <a:t>C</a:t>
            </a:r>
            <a:r>
              <a:rPr dirty="0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804" y="1522303"/>
            <a:ext cx="7938134" cy="4796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695"/>
              </a:spcBef>
              <a:buChar char="•"/>
              <a:tabLst>
                <a:tab pos="294640" algn="l"/>
              </a:tabLst>
            </a:pPr>
            <a:r>
              <a:rPr sz="3200" spc="-245" dirty="0">
                <a:latin typeface="Arial MT"/>
                <a:cs typeface="Arial MT"/>
              </a:rPr>
              <a:t>T</a:t>
            </a:r>
            <a:r>
              <a:rPr sz="3200" spc="-250" dirty="0">
                <a:latin typeface="Arial MT"/>
                <a:cs typeface="Arial MT"/>
              </a:rPr>
              <a:t>h</a:t>
            </a:r>
            <a:r>
              <a:rPr sz="3200" dirty="0">
                <a:latin typeface="Arial MT"/>
                <a:cs typeface="Arial MT"/>
              </a:rPr>
              <a:t>e</a:t>
            </a:r>
            <a:r>
              <a:rPr sz="3200" spc="-475" dirty="0">
                <a:latin typeface="Arial MT"/>
                <a:cs typeface="Arial MT"/>
              </a:rPr>
              <a:t> </a:t>
            </a:r>
            <a:r>
              <a:rPr sz="3200" spc="-114" dirty="0">
                <a:latin typeface="Arial MT"/>
                <a:cs typeface="Arial MT"/>
              </a:rPr>
              <a:t>fa</a:t>
            </a:r>
            <a:r>
              <a:rPr sz="3200" spc="-105" dirty="0">
                <a:latin typeface="Arial MT"/>
                <a:cs typeface="Arial MT"/>
              </a:rPr>
              <a:t>s</a:t>
            </a:r>
            <a:r>
              <a:rPr sz="3200" spc="-114" dirty="0">
                <a:latin typeface="Arial MT"/>
                <a:cs typeface="Arial MT"/>
              </a:rPr>
              <a:t>te</a:t>
            </a:r>
            <a:r>
              <a:rPr sz="3200" spc="-105" dirty="0">
                <a:latin typeface="Arial MT"/>
                <a:cs typeface="Arial MT"/>
              </a:rPr>
              <a:t>s</a:t>
            </a:r>
            <a:r>
              <a:rPr sz="3200" dirty="0">
                <a:latin typeface="Arial MT"/>
                <a:cs typeface="Arial MT"/>
              </a:rPr>
              <a:t>t</a:t>
            </a:r>
            <a:r>
              <a:rPr sz="3200" spc="-220" dirty="0">
                <a:latin typeface="Arial MT"/>
                <a:cs typeface="Arial MT"/>
              </a:rPr>
              <a:t> </a:t>
            </a:r>
            <a:r>
              <a:rPr sz="3200" spc="-125" dirty="0">
                <a:latin typeface="Arial MT"/>
                <a:cs typeface="Arial MT"/>
              </a:rPr>
              <a:t>logi</a:t>
            </a:r>
            <a:r>
              <a:rPr sz="3200" dirty="0">
                <a:latin typeface="Arial MT"/>
                <a:cs typeface="Arial MT"/>
              </a:rPr>
              <a:t>c</a:t>
            </a:r>
            <a:r>
              <a:rPr sz="3200" spc="-240" dirty="0">
                <a:latin typeface="Arial MT"/>
                <a:cs typeface="Arial MT"/>
              </a:rPr>
              <a:t> </a:t>
            </a:r>
            <a:r>
              <a:rPr sz="3200" spc="-75" dirty="0">
                <a:latin typeface="Arial MT"/>
                <a:cs typeface="Arial MT"/>
              </a:rPr>
              <a:t>f</a:t>
            </a:r>
            <a:r>
              <a:rPr sz="3200" spc="-80" dirty="0">
                <a:latin typeface="Arial MT"/>
                <a:cs typeface="Arial MT"/>
              </a:rPr>
              <a:t>am</a:t>
            </a:r>
            <a:r>
              <a:rPr sz="3200" spc="-75" dirty="0">
                <a:latin typeface="Arial MT"/>
                <a:cs typeface="Arial MT"/>
              </a:rPr>
              <a:t>il</a:t>
            </a:r>
            <a:r>
              <a:rPr sz="3200" dirty="0">
                <a:latin typeface="Arial MT"/>
                <a:cs typeface="Arial MT"/>
              </a:rPr>
              <a:t>y</a:t>
            </a:r>
            <a:r>
              <a:rPr sz="3200" spc="-135" dirty="0">
                <a:latin typeface="Arial MT"/>
                <a:cs typeface="Arial MT"/>
              </a:rPr>
              <a:t> </a:t>
            </a:r>
            <a:r>
              <a:rPr sz="3200" spc="-175" dirty="0">
                <a:latin typeface="Arial MT"/>
                <a:cs typeface="Arial MT"/>
              </a:rPr>
              <a:t>i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490" dirty="0">
                <a:latin typeface="Arial MT"/>
                <a:cs typeface="Arial MT"/>
              </a:rPr>
              <a:t> </a:t>
            </a:r>
            <a:r>
              <a:rPr sz="3200" spc="-545" dirty="0">
                <a:latin typeface="Arial MT"/>
                <a:cs typeface="Arial MT"/>
              </a:rPr>
              <a:t>E</a:t>
            </a:r>
            <a:r>
              <a:rPr sz="3200" spc="-540" dirty="0">
                <a:latin typeface="Arial MT"/>
                <a:cs typeface="Arial MT"/>
              </a:rPr>
              <a:t>C</a:t>
            </a:r>
            <a:r>
              <a:rPr sz="3200" dirty="0">
                <a:latin typeface="Arial MT"/>
                <a:cs typeface="Arial MT"/>
              </a:rPr>
              <a:t>L</a:t>
            </a:r>
            <a:endParaRPr sz="3200">
              <a:latin typeface="Arial MT"/>
              <a:cs typeface="Arial MT"/>
            </a:endParaRPr>
          </a:p>
          <a:p>
            <a:pPr marL="294005" marR="378460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294640" algn="l"/>
              </a:tabLst>
            </a:pPr>
            <a:r>
              <a:rPr sz="3200" spc="-245" dirty="0">
                <a:latin typeface="Arial MT"/>
                <a:cs typeface="Arial MT"/>
              </a:rPr>
              <a:t>T</a:t>
            </a:r>
            <a:r>
              <a:rPr sz="3200" spc="-250" dirty="0">
                <a:latin typeface="Arial MT"/>
                <a:cs typeface="Arial MT"/>
              </a:rPr>
              <a:t>h</a:t>
            </a:r>
            <a:r>
              <a:rPr sz="3200" dirty="0">
                <a:latin typeface="Arial MT"/>
                <a:cs typeface="Arial MT"/>
              </a:rPr>
              <a:t>e</a:t>
            </a:r>
            <a:r>
              <a:rPr sz="3200" spc="-475" dirty="0">
                <a:latin typeface="Arial MT"/>
                <a:cs typeface="Arial MT"/>
              </a:rPr>
              <a:t> </a:t>
            </a:r>
            <a:r>
              <a:rPr sz="3200" spc="-125" dirty="0">
                <a:latin typeface="Arial MT"/>
                <a:cs typeface="Arial MT"/>
              </a:rPr>
              <a:t>l</a:t>
            </a:r>
            <a:r>
              <a:rPr sz="3200" spc="-130" dirty="0">
                <a:latin typeface="Arial MT"/>
                <a:cs typeface="Arial MT"/>
              </a:rPr>
              <a:t>og</a:t>
            </a:r>
            <a:r>
              <a:rPr sz="3200" spc="-125" dirty="0">
                <a:latin typeface="Arial MT"/>
                <a:cs typeface="Arial MT"/>
              </a:rPr>
              <a:t>i</a:t>
            </a:r>
            <a:r>
              <a:rPr sz="3200" dirty="0">
                <a:latin typeface="Arial MT"/>
                <a:cs typeface="Arial MT"/>
              </a:rPr>
              <a:t>c</a:t>
            </a:r>
            <a:r>
              <a:rPr sz="3200" spc="-235" dirty="0">
                <a:latin typeface="Arial MT"/>
                <a:cs typeface="Arial MT"/>
              </a:rPr>
              <a:t> </a:t>
            </a:r>
            <a:r>
              <a:rPr sz="3200" spc="-80" dirty="0">
                <a:latin typeface="Arial MT"/>
                <a:cs typeface="Arial MT"/>
              </a:rPr>
              <a:t>f</a:t>
            </a:r>
            <a:r>
              <a:rPr sz="3200" spc="-85" dirty="0">
                <a:latin typeface="Arial MT"/>
                <a:cs typeface="Arial MT"/>
              </a:rPr>
              <a:t>a</a:t>
            </a:r>
            <a:r>
              <a:rPr sz="3200" spc="-80" dirty="0">
                <a:latin typeface="Arial MT"/>
                <a:cs typeface="Arial MT"/>
              </a:rPr>
              <a:t>mil</a:t>
            </a:r>
            <a:r>
              <a:rPr sz="3200" dirty="0">
                <a:latin typeface="Arial MT"/>
                <a:cs typeface="Arial MT"/>
              </a:rPr>
              <a:t>y</a:t>
            </a:r>
            <a:r>
              <a:rPr sz="3200" spc="-120" dirty="0">
                <a:latin typeface="Arial MT"/>
                <a:cs typeface="Arial MT"/>
              </a:rPr>
              <a:t> </a:t>
            </a:r>
            <a:r>
              <a:rPr sz="3200" spc="-100" dirty="0">
                <a:latin typeface="Arial MT"/>
                <a:cs typeface="Arial MT"/>
              </a:rPr>
              <a:t>w</a:t>
            </a:r>
            <a:r>
              <a:rPr sz="3200" spc="-105" dirty="0">
                <a:latin typeface="Arial MT"/>
                <a:cs typeface="Arial MT"/>
              </a:rPr>
              <a:t>h</a:t>
            </a:r>
            <a:r>
              <a:rPr sz="3200" spc="-100" dirty="0">
                <a:latin typeface="Arial MT"/>
                <a:cs typeface="Arial MT"/>
              </a:rPr>
              <a:t>i</a:t>
            </a:r>
            <a:r>
              <a:rPr sz="3200" spc="-90" dirty="0">
                <a:latin typeface="Arial MT"/>
                <a:cs typeface="Arial MT"/>
              </a:rPr>
              <a:t>c</a:t>
            </a:r>
            <a:r>
              <a:rPr sz="3200" dirty="0">
                <a:latin typeface="Arial MT"/>
                <a:cs typeface="Arial MT"/>
              </a:rPr>
              <a:t>h</a:t>
            </a:r>
            <a:r>
              <a:rPr sz="3200" spc="-240" dirty="0">
                <a:latin typeface="Arial MT"/>
                <a:cs typeface="Arial MT"/>
              </a:rPr>
              <a:t> </a:t>
            </a:r>
            <a:r>
              <a:rPr sz="3200" spc="-200" dirty="0">
                <a:latin typeface="Arial MT"/>
                <a:cs typeface="Arial MT"/>
              </a:rPr>
              <a:t>gi</a:t>
            </a:r>
            <a:r>
              <a:rPr sz="3200" spc="-190" dirty="0">
                <a:latin typeface="Arial MT"/>
                <a:cs typeface="Arial MT"/>
              </a:rPr>
              <a:t>v</a:t>
            </a:r>
            <a:r>
              <a:rPr sz="3200" spc="-200" dirty="0">
                <a:latin typeface="Arial MT"/>
                <a:cs typeface="Arial MT"/>
              </a:rPr>
              <a:t>e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420" dirty="0">
                <a:latin typeface="Arial MT"/>
                <a:cs typeface="Arial MT"/>
              </a:rPr>
              <a:t> </a:t>
            </a:r>
            <a:r>
              <a:rPr sz="3200" spc="-105" dirty="0">
                <a:latin typeface="Arial MT"/>
                <a:cs typeface="Arial MT"/>
              </a:rPr>
              <a:t>c</a:t>
            </a:r>
            <a:r>
              <a:rPr sz="3200" spc="-120" dirty="0">
                <a:latin typeface="Arial MT"/>
                <a:cs typeface="Arial MT"/>
              </a:rPr>
              <a:t>o</a:t>
            </a:r>
            <a:r>
              <a:rPr sz="3200" spc="-114" dirty="0">
                <a:latin typeface="Arial MT"/>
                <a:cs typeface="Arial MT"/>
              </a:rPr>
              <a:t>m</a:t>
            </a:r>
            <a:r>
              <a:rPr sz="3200" spc="-120" dirty="0">
                <a:latin typeface="Arial MT"/>
                <a:cs typeface="Arial MT"/>
              </a:rPr>
              <a:t>p</a:t>
            </a:r>
            <a:r>
              <a:rPr sz="3200" spc="-114" dirty="0">
                <a:latin typeface="Arial MT"/>
                <a:cs typeface="Arial MT"/>
              </a:rPr>
              <a:t>l</a:t>
            </a:r>
            <a:r>
              <a:rPr sz="3200" spc="-120" dirty="0">
                <a:latin typeface="Arial MT"/>
                <a:cs typeface="Arial MT"/>
              </a:rPr>
              <a:t>e</a:t>
            </a:r>
            <a:r>
              <a:rPr sz="3200" spc="-114" dirty="0">
                <a:latin typeface="Arial MT"/>
                <a:cs typeface="Arial MT"/>
              </a:rPr>
              <a:t>m</a:t>
            </a:r>
            <a:r>
              <a:rPr sz="3200" spc="-120" dirty="0">
                <a:latin typeface="Arial MT"/>
                <a:cs typeface="Arial MT"/>
              </a:rPr>
              <a:t>en</a:t>
            </a:r>
            <a:r>
              <a:rPr sz="3200" spc="-114" dirty="0">
                <a:latin typeface="Arial MT"/>
                <a:cs typeface="Arial MT"/>
              </a:rPr>
              <a:t>t</a:t>
            </a:r>
            <a:r>
              <a:rPr sz="3200" spc="-120" dirty="0">
                <a:latin typeface="Arial MT"/>
                <a:cs typeface="Arial MT"/>
              </a:rPr>
              <a:t>a</a:t>
            </a:r>
            <a:r>
              <a:rPr sz="3200" spc="-110" dirty="0">
                <a:latin typeface="Arial MT"/>
                <a:cs typeface="Arial MT"/>
              </a:rPr>
              <a:t>r</a:t>
            </a:r>
            <a:r>
              <a:rPr sz="3200" dirty="0">
                <a:latin typeface="Arial MT"/>
                <a:cs typeface="Arial MT"/>
              </a:rPr>
              <a:t>y  </a:t>
            </a:r>
            <a:r>
              <a:rPr sz="3200" spc="-65" dirty="0">
                <a:latin typeface="Arial MT"/>
                <a:cs typeface="Arial MT"/>
              </a:rPr>
              <a:t>output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130" dirty="0">
                <a:latin typeface="Arial MT"/>
                <a:cs typeface="Arial MT"/>
              </a:rPr>
              <a:t> </a:t>
            </a:r>
            <a:r>
              <a:rPr sz="3200" spc="-175" dirty="0">
                <a:latin typeface="Arial MT"/>
                <a:cs typeface="Arial MT"/>
              </a:rPr>
              <a:t>i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455" dirty="0">
                <a:latin typeface="Arial MT"/>
                <a:cs typeface="Arial MT"/>
              </a:rPr>
              <a:t> </a:t>
            </a:r>
            <a:r>
              <a:rPr sz="3200" spc="-545" dirty="0">
                <a:latin typeface="Arial MT"/>
                <a:cs typeface="Arial MT"/>
              </a:rPr>
              <a:t>E</a:t>
            </a:r>
            <a:r>
              <a:rPr sz="3200" spc="-540" dirty="0">
                <a:latin typeface="Arial MT"/>
                <a:cs typeface="Arial MT"/>
              </a:rPr>
              <a:t>C</a:t>
            </a:r>
            <a:r>
              <a:rPr sz="3200" dirty="0">
                <a:latin typeface="Arial MT"/>
                <a:cs typeface="Arial MT"/>
              </a:rPr>
              <a:t>L</a:t>
            </a:r>
            <a:endParaRPr sz="3200">
              <a:latin typeface="Arial MT"/>
              <a:cs typeface="Arial MT"/>
            </a:endParaRPr>
          </a:p>
          <a:p>
            <a:pPr marL="294005" marR="1377950" indent="-281940">
              <a:lnSpc>
                <a:spcPct val="100000"/>
              </a:lnSpc>
              <a:spcBef>
                <a:spcPts val="605"/>
              </a:spcBef>
              <a:buChar char="•"/>
              <a:tabLst>
                <a:tab pos="294640" algn="l"/>
              </a:tabLst>
            </a:pPr>
            <a:r>
              <a:rPr sz="3200" spc="-245" dirty="0">
                <a:latin typeface="Arial MT"/>
                <a:cs typeface="Arial MT"/>
              </a:rPr>
              <a:t>T</a:t>
            </a:r>
            <a:r>
              <a:rPr sz="3200" spc="-250" dirty="0">
                <a:latin typeface="Arial MT"/>
                <a:cs typeface="Arial MT"/>
              </a:rPr>
              <a:t>h</a:t>
            </a:r>
            <a:r>
              <a:rPr sz="3200" dirty="0">
                <a:latin typeface="Arial MT"/>
                <a:cs typeface="Arial MT"/>
              </a:rPr>
              <a:t>e</a:t>
            </a:r>
            <a:r>
              <a:rPr sz="3200" spc="-475" dirty="0">
                <a:latin typeface="Arial MT"/>
                <a:cs typeface="Arial MT"/>
              </a:rPr>
              <a:t> </a:t>
            </a:r>
            <a:r>
              <a:rPr sz="3200" spc="-125" dirty="0">
                <a:latin typeface="Arial MT"/>
                <a:cs typeface="Arial MT"/>
              </a:rPr>
              <a:t>logi</a:t>
            </a:r>
            <a:r>
              <a:rPr sz="3200" dirty="0">
                <a:latin typeface="Arial MT"/>
                <a:cs typeface="Arial MT"/>
              </a:rPr>
              <a:t>c</a:t>
            </a:r>
            <a:r>
              <a:rPr sz="3200" spc="-240" dirty="0">
                <a:latin typeface="Arial MT"/>
                <a:cs typeface="Arial MT"/>
              </a:rPr>
              <a:t> </a:t>
            </a:r>
            <a:r>
              <a:rPr sz="3200" spc="-75" dirty="0">
                <a:latin typeface="Arial MT"/>
                <a:cs typeface="Arial MT"/>
              </a:rPr>
              <a:t>f</a:t>
            </a:r>
            <a:r>
              <a:rPr sz="3200" spc="-80" dirty="0">
                <a:latin typeface="Arial MT"/>
                <a:cs typeface="Arial MT"/>
              </a:rPr>
              <a:t>am</a:t>
            </a:r>
            <a:r>
              <a:rPr sz="3200" spc="-75" dirty="0">
                <a:latin typeface="Arial MT"/>
                <a:cs typeface="Arial MT"/>
              </a:rPr>
              <a:t>il</a:t>
            </a:r>
            <a:r>
              <a:rPr sz="3200" dirty="0">
                <a:latin typeface="Arial MT"/>
                <a:cs typeface="Arial MT"/>
              </a:rPr>
              <a:t>y</a:t>
            </a:r>
            <a:r>
              <a:rPr sz="3200" spc="-130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p</a:t>
            </a:r>
            <a:r>
              <a:rPr sz="3200" spc="-60" dirty="0">
                <a:latin typeface="Arial MT"/>
                <a:cs typeface="Arial MT"/>
              </a:rPr>
              <a:t>r</a:t>
            </a:r>
            <a:r>
              <a:rPr sz="3200" spc="-65" dirty="0">
                <a:latin typeface="Arial MT"/>
                <a:cs typeface="Arial MT"/>
              </a:rPr>
              <a:t>efe</a:t>
            </a:r>
            <a:r>
              <a:rPr sz="3200" spc="-75" dirty="0">
                <a:latin typeface="Arial MT"/>
                <a:cs typeface="Arial MT"/>
              </a:rPr>
              <a:t>rr</a:t>
            </a:r>
            <a:r>
              <a:rPr sz="3200" spc="-65" dirty="0">
                <a:latin typeface="Arial MT"/>
                <a:cs typeface="Arial MT"/>
              </a:rPr>
              <a:t>e</a:t>
            </a:r>
            <a:r>
              <a:rPr sz="3200" dirty="0">
                <a:latin typeface="Arial MT"/>
                <a:cs typeface="Arial MT"/>
              </a:rPr>
              <a:t>d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40" dirty="0">
                <a:latin typeface="Arial MT"/>
                <a:cs typeface="Arial MT"/>
              </a:rPr>
              <a:t>i</a:t>
            </a:r>
            <a:r>
              <a:rPr sz="3200" dirty="0">
                <a:latin typeface="Arial MT"/>
                <a:cs typeface="Arial MT"/>
              </a:rPr>
              <a:t>n</a:t>
            </a:r>
            <a:r>
              <a:rPr sz="3200" spc="-415" dirty="0">
                <a:latin typeface="Arial MT"/>
                <a:cs typeface="Arial MT"/>
              </a:rPr>
              <a:t> </a:t>
            </a:r>
            <a:r>
              <a:rPr sz="3200" spc="-120" dirty="0">
                <a:latin typeface="Arial MT"/>
                <a:cs typeface="Arial MT"/>
              </a:rPr>
              <a:t>s</a:t>
            </a:r>
            <a:r>
              <a:rPr sz="3200" spc="-125" dirty="0">
                <a:latin typeface="Arial MT"/>
                <a:cs typeface="Arial MT"/>
              </a:rPr>
              <a:t>upe</a:t>
            </a:r>
            <a:r>
              <a:rPr sz="3200" spc="-120" dirty="0">
                <a:latin typeface="Arial MT"/>
                <a:cs typeface="Arial MT"/>
              </a:rPr>
              <a:t>r</a:t>
            </a:r>
            <a:r>
              <a:rPr sz="3200" spc="-125" dirty="0">
                <a:latin typeface="Arial MT"/>
                <a:cs typeface="Arial MT"/>
              </a:rPr>
              <a:t>fa</a:t>
            </a:r>
            <a:r>
              <a:rPr sz="3200" spc="-120" dirty="0">
                <a:latin typeface="Arial MT"/>
                <a:cs typeface="Arial MT"/>
              </a:rPr>
              <a:t>s</a:t>
            </a:r>
            <a:r>
              <a:rPr sz="3200" dirty="0">
                <a:latin typeface="Arial MT"/>
                <a:cs typeface="Arial MT"/>
              </a:rPr>
              <a:t>t  </a:t>
            </a:r>
            <a:r>
              <a:rPr sz="3200" spc="-120" dirty="0">
                <a:latin typeface="Arial MT"/>
                <a:cs typeface="Arial MT"/>
              </a:rPr>
              <a:t>c</a:t>
            </a:r>
            <a:r>
              <a:rPr sz="3200" spc="-125" dirty="0">
                <a:latin typeface="Arial MT"/>
                <a:cs typeface="Arial MT"/>
              </a:rPr>
              <a:t>ompute</a:t>
            </a:r>
            <a:r>
              <a:rPr sz="3200" spc="-120" dirty="0">
                <a:latin typeface="Arial MT"/>
                <a:cs typeface="Arial MT"/>
              </a:rPr>
              <a:t>r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200" dirty="0">
                <a:latin typeface="Arial MT"/>
                <a:cs typeface="Arial MT"/>
              </a:rPr>
              <a:t> </a:t>
            </a:r>
            <a:r>
              <a:rPr sz="3200" spc="-175" dirty="0">
                <a:latin typeface="Arial MT"/>
                <a:cs typeface="Arial MT"/>
              </a:rPr>
              <a:t>i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405" dirty="0">
                <a:latin typeface="Arial MT"/>
                <a:cs typeface="Arial MT"/>
              </a:rPr>
              <a:t> </a:t>
            </a:r>
            <a:r>
              <a:rPr sz="3200" spc="-545" dirty="0">
                <a:latin typeface="Arial MT"/>
                <a:cs typeface="Arial MT"/>
              </a:rPr>
              <a:t>E</a:t>
            </a:r>
            <a:r>
              <a:rPr sz="3200" spc="-540" dirty="0">
                <a:latin typeface="Arial MT"/>
                <a:cs typeface="Arial MT"/>
              </a:rPr>
              <a:t>C</a:t>
            </a:r>
            <a:r>
              <a:rPr sz="3200" dirty="0">
                <a:latin typeface="Arial MT"/>
                <a:cs typeface="Arial MT"/>
              </a:rPr>
              <a:t>L</a:t>
            </a:r>
            <a:endParaRPr sz="3200">
              <a:latin typeface="Arial MT"/>
              <a:cs typeface="Arial MT"/>
            </a:endParaRPr>
          </a:p>
          <a:p>
            <a:pPr marL="294005" marR="5080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294640" algn="l"/>
              </a:tabLst>
            </a:pPr>
            <a:r>
              <a:rPr sz="3200" spc="-245" dirty="0">
                <a:latin typeface="Arial MT"/>
                <a:cs typeface="Arial MT"/>
              </a:rPr>
              <a:t>T</a:t>
            </a:r>
            <a:r>
              <a:rPr sz="3200" spc="-250" dirty="0">
                <a:latin typeface="Arial MT"/>
                <a:cs typeface="Arial MT"/>
              </a:rPr>
              <a:t>h</a:t>
            </a:r>
            <a:r>
              <a:rPr sz="3200" dirty="0">
                <a:latin typeface="Arial MT"/>
                <a:cs typeface="Arial MT"/>
              </a:rPr>
              <a:t>e</a:t>
            </a:r>
            <a:r>
              <a:rPr sz="3200" spc="-475" dirty="0">
                <a:latin typeface="Arial MT"/>
                <a:cs typeface="Arial MT"/>
              </a:rPr>
              <a:t> </a:t>
            </a:r>
            <a:r>
              <a:rPr sz="3200" spc="-125" dirty="0">
                <a:latin typeface="Arial MT"/>
                <a:cs typeface="Arial MT"/>
              </a:rPr>
              <a:t>logi</a:t>
            </a:r>
            <a:r>
              <a:rPr sz="3200" dirty="0">
                <a:latin typeface="Arial MT"/>
                <a:cs typeface="Arial MT"/>
              </a:rPr>
              <a:t>c</a:t>
            </a:r>
            <a:r>
              <a:rPr sz="3200" spc="-240" dirty="0">
                <a:latin typeface="Arial MT"/>
                <a:cs typeface="Arial MT"/>
              </a:rPr>
              <a:t> </a:t>
            </a:r>
            <a:r>
              <a:rPr sz="3200" spc="-75" dirty="0">
                <a:latin typeface="Arial MT"/>
                <a:cs typeface="Arial MT"/>
              </a:rPr>
              <a:t>f</a:t>
            </a:r>
            <a:r>
              <a:rPr sz="3200" spc="-80" dirty="0">
                <a:latin typeface="Arial MT"/>
                <a:cs typeface="Arial MT"/>
              </a:rPr>
              <a:t>am</a:t>
            </a:r>
            <a:r>
              <a:rPr sz="3200" spc="-75" dirty="0">
                <a:latin typeface="Arial MT"/>
                <a:cs typeface="Arial MT"/>
              </a:rPr>
              <a:t>il</a:t>
            </a:r>
            <a:r>
              <a:rPr sz="3200" dirty="0">
                <a:latin typeface="Arial MT"/>
                <a:cs typeface="Arial MT"/>
              </a:rPr>
              <a:t>y</a:t>
            </a:r>
            <a:r>
              <a:rPr sz="3200" spc="-130" dirty="0">
                <a:latin typeface="Arial MT"/>
                <a:cs typeface="Arial MT"/>
              </a:rPr>
              <a:t> </a:t>
            </a:r>
            <a:r>
              <a:rPr sz="3200" spc="10" dirty="0">
                <a:latin typeface="Arial MT"/>
                <a:cs typeface="Arial MT"/>
              </a:rPr>
              <a:t>w</a:t>
            </a:r>
            <a:r>
              <a:rPr sz="3200" dirty="0">
                <a:latin typeface="Arial MT"/>
                <a:cs typeface="Arial MT"/>
              </a:rPr>
              <a:t>i</a:t>
            </a:r>
            <a:r>
              <a:rPr sz="3200" spc="15" dirty="0">
                <a:latin typeface="Arial MT"/>
                <a:cs typeface="Arial MT"/>
              </a:rPr>
              <a:t>t</a:t>
            </a:r>
            <a:r>
              <a:rPr sz="3200" dirty="0">
                <a:latin typeface="Arial MT"/>
                <a:cs typeface="Arial MT"/>
              </a:rPr>
              <a:t>h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45" dirty="0">
                <a:latin typeface="Arial MT"/>
                <a:cs typeface="Arial MT"/>
              </a:rPr>
              <a:t>bo</a:t>
            </a:r>
            <a:r>
              <a:rPr sz="3200" spc="-40" dirty="0">
                <a:latin typeface="Arial MT"/>
                <a:cs typeface="Arial MT"/>
              </a:rPr>
              <a:t>t</a:t>
            </a:r>
            <a:r>
              <a:rPr sz="3200" dirty="0">
                <a:latin typeface="Arial MT"/>
                <a:cs typeface="Arial MT"/>
              </a:rPr>
              <a:t>h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spc="-125" dirty="0">
                <a:latin typeface="Arial MT"/>
                <a:cs typeface="Arial MT"/>
              </a:rPr>
              <a:t>logi</a:t>
            </a:r>
            <a:r>
              <a:rPr sz="3200" dirty="0">
                <a:latin typeface="Arial MT"/>
                <a:cs typeface="Arial MT"/>
              </a:rPr>
              <a:t>c</a:t>
            </a:r>
            <a:r>
              <a:rPr sz="3200" spc="-240" dirty="0">
                <a:latin typeface="Arial MT"/>
                <a:cs typeface="Arial MT"/>
              </a:rPr>
              <a:t> </a:t>
            </a:r>
            <a:r>
              <a:rPr sz="3200" spc="-150" dirty="0">
                <a:latin typeface="Arial MT"/>
                <a:cs typeface="Arial MT"/>
              </a:rPr>
              <a:t>l</a:t>
            </a:r>
            <a:r>
              <a:rPr sz="3200" spc="-155" dirty="0">
                <a:latin typeface="Arial MT"/>
                <a:cs typeface="Arial MT"/>
              </a:rPr>
              <a:t>e</a:t>
            </a:r>
            <a:r>
              <a:rPr sz="3200" spc="-140" dirty="0">
                <a:latin typeface="Arial MT"/>
                <a:cs typeface="Arial MT"/>
              </a:rPr>
              <a:t>v</a:t>
            </a:r>
            <a:r>
              <a:rPr sz="3200" spc="-155" dirty="0">
                <a:latin typeface="Arial MT"/>
                <a:cs typeface="Arial MT"/>
              </a:rPr>
              <a:t>e</a:t>
            </a:r>
            <a:r>
              <a:rPr sz="3200" spc="-150" dirty="0">
                <a:latin typeface="Arial MT"/>
                <a:cs typeface="Arial MT"/>
              </a:rPr>
              <a:t>l</a:t>
            </a:r>
            <a:r>
              <a:rPr sz="3200" spc="140" dirty="0">
                <a:latin typeface="Arial MT"/>
                <a:cs typeface="Arial MT"/>
              </a:rPr>
              <a:t>s</a:t>
            </a:r>
            <a:r>
              <a:rPr sz="3200" spc="-125" dirty="0">
                <a:latin typeface="Arial MT"/>
                <a:cs typeface="Arial MT"/>
              </a:rPr>
              <a:t>negativ</a:t>
            </a:r>
            <a:r>
              <a:rPr sz="3200" dirty="0">
                <a:latin typeface="Arial MT"/>
                <a:cs typeface="Arial MT"/>
              </a:rPr>
              <a:t>e  </a:t>
            </a:r>
            <a:r>
              <a:rPr sz="3200" spc="-175" dirty="0">
                <a:latin typeface="Arial MT"/>
                <a:cs typeface="Arial MT"/>
              </a:rPr>
              <a:t>i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335" dirty="0">
                <a:latin typeface="Arial MT"/>
                <a:cs typeface="Arial MT"/>
              </a:rPr>
              <a:t> </a:t>
            </a:r>
            <a:r>
              <a:rPr sz="3200" spc="-545" dirty="0">
                <a:latin typeface="Arial MT"/>
                <a:cs typeface="Arial MT"/>
              </a:rPr>
              <a:t>E</a:t>
            </a:r>
            <a:r>
              <a:rPr sz="3200" spc="-540" dirty="0">
                <a:latin typeface="Arial MT"/>
                <a:cs typeface="Arial MT"/>
              </a:rPr>
              <a:t>C</a:t>
            </a:r>
            <a:r>
              <a:rPr sz="3200" dirty="0">
                <a:latin typeface="Arial MT"/>
                <a:cs typeface="Arial MT"/>
              </a:rPr>
              <a:t>L</a:t>
            </a:r>
            <a:endParaRPr sz="3200">
              <a:latin typeface="Arial MT"/>
              <a:cs typeface="Arial MT"/>
            </a:endParaRPr>
          </a:p>
          <a:p>
            <a:pPr marL="294005" marR="527050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294640" algn="l"/>
              </a:tabLst>
            </a:pPr>
            <a:r>
              <a:rPr sz="3200" spc="-245" dirty="0">
                <a:latin typeface="Arial MT"/>
                <a:cs typeface="Arial MT"/>
              </a:rPr>
              <a:t>T</a:t>
            </a:r>
            <a:r>
              <a:rPr sz="3200" spc="-250" dirty="0">
                <a:latin typeface="Arial MT"/>
                <a:cs typeface="Arial MT"/>
              </a:rPr>
              <a:t>h</a:t>
            </a:r>
            <a:r>
              <a:rPr sz="3200" dirty="0">
                <a:latin typeface="Arial MT"/>
                <a:cs typeface="Arial MT"/>
              </a:rPr>
              <a:t>e</a:t>
            </a:r>
            <a:r>
              <a:rPr sz="3200" spc="-475" dirty="0">
                <a:latin typeface="Arial MT"/>
                <a:cs typeface="Arial MT"/>
              </a:rPr>
              <a:t> </a:t>
            </a:r>
            <a:r>
              <a:rPr sz="3200" spc="-125" dirty="0">
                <a:latin typeface="Arial MT"/>
                <a:cs typeface="Arial MT"/>
              </a:rPr>
              <a:t>logi</a:t>
            </a:r>
            <a:r>
              <a:rPr sz="3200" dirty="0">
                <a:latin typeface="Arial MT"/>
                <a:cs typeface="Arial MT"/>
              </a:rPr>
              <a:t>c</a:t>
            </a:r>
            <a:r>
              <a:rPr sz="3200" spc="-240" dirty="0">
                <a:latin typeface="Arial MT"/>
                <a:cs typeface="Arial MT"/>
              </a:rPr>
              <a:t> </a:t>
            </a:r>
            <a:r>
              <a:rPr sz="3200" spc="-75" dirty="0">
                <a:latin typeface="Arial MT"/>
                <a:cs typeface="Arial MT"/>
              </a:rPr>
              <a:t>f</a:t>
            </a:r>
            <a:r>
              <a:rPr sz="3200" spc="-80" dirty="0">
                <a:latin typeface="Arial MT"/>
                <a:cs typeface="Arial MT"/>
              </a:rPr>
              <a:t>am</a:t>
            </a:r>
            <a:r>
              <a:rPr sz="3200" spc="-75" dirty="0">
                <a:latin typeface="Arial MT"/>
                <a:cs typeface="Arial MT"/>
              </a:rPr>
              <a:t>il</a:t>
            </a:r>
            <a:r>
              <a:rPr sz="3200" dirty="0">
                <a:latin typeface="Arial MT"/>
                <a:cs typeface="Arial MT"/>
              </a:rPr>
              <a:t>y</a:t>
            </a:r>
            <a:r>
              <a:rPr sz="3200" spc="-130" dirty="0">
                <a:latin typeface="Arial MT"/>
                <a:cs typeface="Arial MT"/>
              </a:rPr>
              <a:t> </a:t>
            </a:r>
            <a:r>
              <a:rPr sz="3200" spc="-95" dirty="0">
                <a:latin typeface="Arial MT"/>
                <a:cs typeface="Arial MT"/>
              </a:rPr>
              <a:t>w</a:t>
            </a:r>
            <a:r>
              <a:rPr sz="3200" spc="-105" dirty="0">
                <a:latin typeface="Arial MT"/>
                <a:cs typeface="Arial MT"/>
              </a:rPr>
              <a:t>h</a:t>
            </a:r>
            <a:r>
              <a:rPr sz="3200" spc="-100" dirty="0">
                <a:latin typeface="Arial MT"/>
                <a:cs typeface="Arial MT"/>
              </a:rPr>
              <a:t>i</a:t>
            </a:r>
            <a:r>
              <a:rPr sz="3200" spc="-90" dirty="0">
                <a:latin typeface="Arial MT"/>
                <a:cs typeface="Arial MT"/>
              </a:rPr>
              <a:t>c</a:t>
            </a:r>
            <a:r>
              <a:rPr sz="3200" dirty="0">
                <a:latin typeface="Arial MT"/>
                <a:cs typeface="Arial MT"/>
              </a:rPr>
              <a:t>h</a:t>
            </a:r>
            <a:r>
              <a:rPr sz="3200" spc="-235" dirty="0">
                <a:latin typeface="Arial MT"/>
                <a:cs typeface="Arial MT"/>
              </a:rPr>
              <a:t> </a:t>
            </a:r>
            <a:r>
              <a:rPr sz="3200" spc="-200" dirty="0">
                <a:latin typeface="Arial MT"/>
                <a:cs typeface="Arial MT"/>
              </a:rPr>
              <a:t>c</a:t>
            </a:r>
            <a:r>
              <a:rPr sz="3200" spc="-210" dirty="0">
                <a:latin typeface="Arial MT"/>
                <a:cs typeface="Arial MT"/>
              </a:rPr>
              <a:t>on</a:t>
            </a:r>
            <a:r>
              <a:rPr sz="3200" spc="-200" dirty="0">
                <a:latin typeface="Arial MT"/>
                <a:cs typeface="Arial MT"/>
              </a:rPr>
              <a:t>s</a:t>
            </a:r>
            <a:r>
              <a:rPr sz="3200" spc="-210" dirty="0">
                <a:latin typeface="Arial MT"/>
                <a:cs typeface="Arial MT"/>
              </a:rPr>
              <a:t>ume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565" dirty="0">
                <a:latin typeface="Arial MT"/>
                <a:cs typeface="Arial MT"/>
              </a:rPr>
              <a:t> </a:t>
            </a:r>
            <a:r>
              <a:rPr sz="3200" spc="-140" dirty="0">
                <a:latin typeface="Arial MT"/>
                <a:cs typeface="Arial MT"/>
              </a:rPr>
              <a:t>ma</a:t>
            </a:r>
            <a:r>
              <a:rPr sz="3200" spc="-125" dirty="0">
                <a:latin typeface="Arial MT"/>
                <a:cs typeface="Arial MT"/>
              </a:rPr>
              <a:t>x</a:t>
            </a:r>
            <a:r>
              <a:rPr sz="3200" spc="-135" dirty="0">
                <a:latin typeface="Arial MT"/>
                <a:cs typeface="Arial MT"/>
              </a:rPr>
              <a:t>i</a:t>
            </a:r>
            <a:r>
              <a:rPr sz="3200" spc="-140" dirty="0">
                <a:latin typeface="Arial MT"/>
                <a:cs typeface="Arial MT"/>
              </a:rPr>
              <a:t>mu</a:t>
            </a:r>
            <a:r>
              <a:rPr sz="3200" dirty="0">
                <a:latin typeface="Arial MT"/>
                <a:cs typeface="Arial MT"/>
              </a:rPr>
              <a:t>m  </a:t>
            </a:r>
            <a:r>
              <a:rPr sz="3200" spc="-80" dirty="0">
                <a:latin typeface="Arial MT"/>
                <a:cs typeface="Arial MT"/>
              </a:rPr>
              <a:t>po</a:t>
            </a:r>
            <a:r>
              <a:rPr sz="3200" spc="-75" dirty="0">
                <a:latin typeface="Arial MT"/>
                <a:cs typeface="Arial MT"/>
              </a:rPr>
              <a:t>w</a:t>
            </a:r>
            <a:r>
              <a:rPr sz="3200" spc="-80" dirty="0">
                <a:latin typeface="Arial MT"/>
                <a:cs typeface="Arial MT"/>
              </a:rPr>
              <a:t>e</a:t>
            </a:r>
            <a:r>
              <a:rPr sz="3200" dirty="0">
                <a:latin typeface="Arial MT"/>
                <a:cs typeface="Arial MT"/>
              </a:rPr>
              <a:t>r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175" dirty="0">
                <a:latin typeface="Arial MT"/>
                <a:cs typeface="Arial MT"/>
              </a:rPr>
              <a:t>i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430" dirty="0">
                <a:latin typeface="Arial MT"/>
                <a:cs typeface="Arial MT"/>
              </a:rPr>
              <a:t> </a:t>
            </a:r>
            <a:r>
              <a:rPr sz="3200" spc="-545" dirty="0">
                <a:latin typeface="Arial MT"/>
                <a:cs typeface="Arial MT"/>
              </a:rPr>
              <a:t>E</a:t>
            </a:r>
            <a:r>
              <a:rPr sz="3200" spc="-540" dirty="0">
                <a:latin typeface="Arial MT"/>
                <a:cs typeface="Arial MT"/>
              </a:rPr>
              <a:t>C</a:t>
            </a:r>
            <a:r>
              <a:rPr sz="3200" dirty="0">
                <a:latin typeface="Arial MT"/>
                <a:cs typeface="Arial MT"/>
              </a:rPr>
              <a:t>L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0983" y="462788"/>
            <a:ext cx="51238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70" dirty="0"/>
              <a:t>K</a:t>
            </a:r>
            <a:r>
              <a:rPr spc="-375" dirty="0"/>
              <a:t>e</a:t>
            </a:r>
            <a:r>
              <a:rPr dirty="0"/>
              <a:t>y</a:t>
            </a:r>
            <a:r>
              <a:rPr spc="-760" dirty="0"/>
              <a:t> </a:t>
            </a:r>
            <a:r>
              <a:rPr spc="-110" dirty="0"/>
              <a:t>po</a:t>
            </a:r>
            <a:r>
              <a:rPr spc="-105" dirty="0"/>
              <a:t>i</a:t>
            </a:r>
            <a:r>
              <a:rPr spc="-110" dirty="0"/>
              <a:t>nt</a:t>
            </a:r>
            <a:r>
              <a:rPr dirty="0"/>
              <a:t>s</a:t>
            </a:r>
            <a:r>
              <a:rPr spc="-210" dirty="0"/>
              <a:t> </a:t>
            </a:r>
            <a:r>
              <a:rPr spc="-100" dirty="0"/>
              <a:t>abou</a:t>
            </a:r>
            <a:r>
              <a:rPr dirty="0"/>
              <a:t>t</a:t>
            </a:r>
            <a:r>
              <a:rPr spc="-380" dirty="0"/>
              <a:t> </a:t>
            </a:r>
            <a:r>
              <a:rPr spc="-455" dirty="0"/>
              <a:t>M</a:t>
            </a:r>
            <a:r>
              <a:rPr spc="-46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318135" marR="246379" indent="-281940">
              <a:lnSpc>
                <a:spcPts val="3810"/>
              </a:lnSpc>
              <a:spcBef>
                <a:spcPts val="254"/>
              </a:spcBef>
              <a:buChar char="•"/>
              <a:tabLst>
                <a:tab pos="319405" algn="l"/>
              </a:tabLst>
            </a:pPr>
            <a:r>
              <a:rPr spc="-165" dirty="0"/>
              <a:t>The</a:t>
            </a:r>
            <a:r>
              <a:rPr spc="-480" dirty="0"/>
              <a:t> </a:t>
            </a:r>
            <a:r>
              <a:rPr spc="-100" dirty="0"/>
              <a:t>logic</a:t>
            </a:r>
            <a:r>
              <a:rPr spc="-225" dirty="0"/>
              <a:t> </a:t>
            </a:r>
            <a:r>
              <a:rPr spc="-70" dirty="0"/>
              <a:t>family</a:t>
            </a:r>
            <a:r>
              <a:rPr spc="-120" dirty="0"/>
              <a:t> </a:t>
            </a:r>
            <a:r>
              <a:rPr spc="-80" dirty="0"/>
              <a:t>which</a:t>
            </a:r>
            <a:r>
              <a:rPr spc="-235" dirty="0"/>
              <a:t> </a:t>
            </a:r>
            <a:r>
              <a:rPr spc="-90" dirty="0"/>
              <a:t>is</a:t>
            </a:r>
            <a:r>
              <a:rPr spc="-330" dirty="0"/>
              <a:t> </a:t>
            </a:r>
            <a:r>
              <a:rPr spc="-110" dirty="0"/>
              <a:t>simplest</a:t>
            </a:r>
            <a:r>
              <a:rPr spc="-185" dirty="0"/>
              <a:t> </a:t>
            </a:r>
            <a:r>
              <a:rPr spc="15" dirty="0"/>
              <a:t>to</a:t>
            </a:r>
            <a:r>
              <a:rPr spc="-330" dirty="0"/>
              <a:t> </a:t>
            </a:r>
            <a:r>
              <a:rPr spc="-80" dirty="0"/>
              <a:t>fabricate </a:t>
            </a:r>
            <a:r>
              <a:rPr spc="-875" dirty="0"/>
              <a:t> </a:t>
            </a:r>
            <a:r>
              <a:rPr spc="-175" dirty="0"/>
              <a:t>i</a:t>
            </a:r>
            <a:r>
              <a:rPr dirty="0"/>
              <a:t>s</a:t>
            </a:r>
            <a:r>
              <a:rPr spc="-335" dirty="0"/>
              <a:t> </a:t>
            </a:r>
            <a:r>
              <a:rPr spc="-340" dirty="0"/>
              <a:t>M</a:t>
            </a:r>
            <a:r>
              <a:rPr spc="-335" dirty="0"/>
              <a:t>O</a:t>
            </a:r>
            <a:r>
              <a:rPr dirty="0"/>
              <a:t>S</a:t>
            </a:r>
          </a:p>
          <a:p>
            <a:pPr marL="318135" marR="5080" indent="-281940">
              <a:lnSpc>
                <a:spcPct val="100000"/>
              </a:lnSpc>
              <a:spcBef>
                <a:spcPts val="370"/>
              </a:spcBef>
              <a:buChar char="•"/>
              <a:tabLst>
                <a:tab pos="319405" algn="l"/>
              </a:tabLst>
            </a:pPr>
            <a:r>
              <a:rPr spc="-165" dirty="0"/>
              <a:t>The</a:t>
            </a:r>
            <a:r>
              <a:rPr spc="-475" dirty="0"/>
              <a:t> </a:t>
            </a:r>
            <a:r>
              <a:rPr spc="-100" dirty="0"/>
              <a:t>logic</a:t>
            </a:r>
            <a:r>
              <a:rPr spc="-235" dirty="0"/>
              <a:t> </a:t>
            </a:r>
            <a:r>
              <a:rPr spc="-65" dirty="0"/>
              <a:t>family</a:t>
            </a:r>
            <a:r>
              <a:rPr spc="-130" dirty="0"/>
              <a:t> </a:t>
            </a:r>
            <a:r>
              <a:rPr spc="-90" dirty="0"/>
              <a:t>ideally</a:t>
            </a:r>
            <a:r>
              <a:rPr spc="-165" dirty="0"/>
              <a:t> </a:t>
            </a:r>
            <a:r>
              <a:rPr spc="-85" dirty="0"/>
              <a:t>suited</a:t>
            </a:r>
            <a:r>
              <a:rPr spc="-185" dirty="0"/>
              <a:t> </a:t>
            </a:r>
            <a:r>
              <a:rPr dirty="0"/>
              <a:t>for</a:t>
            </a:r>
            <a:r>
              <a:rPr spc="-390" dirty="0"/>
              <a:t> </a:t>
            </a:r>
            <a:r>
              <a:rPr spc="-260" dirty="0"/>
              <a:t>LSI/VLSI/ULSI </a:t>
            </a:r>
            <a:r>
              <a:rPr spc="-875" dirty="0"/>
              <a:t> </a:t>
            </a:r>
            <a:r>
              <a:rPr spc="-120" dirty="0"/>
              <a:t>app</a:t>
            </a:r>
            <a:r>
              <a:rPr spc="-114" dirty="0"/>
              <a:t>li</a:t>
            </a:r>
            <a:r>
              <a:rPr spc="-105" dirty="0"/>
              <a:t>c</a:t>
            </a:r>
            <a:r>
              <a:rPr spc="-120" dirty="0"/>
              <a:t>a</a:t>
            </a:r>
            <a:r>
              <a:rPr spc="-114" dirty="0"/>
              <a:t>ti</a:t>
            </a:r>
            <a:r>
              <a:rPr spc="-120" dirty="0"/>
              <a:t>on</a:t>
            </a:r>
            <a:r>
              <a:rPr dirty="0"/>
              <a:t>s</a:t>
            </a:r>
            <a:r>
              <a:rPr spc="-185" dirty="0"/>
              <a:t> </a:t>
            </a:r>
            <a:r>
              <a:rPr spc="-175" dirty="0"/>
              <a:t>i</a:t>
            </a:r>
            <a:r>
              <a:rPr dirty="0"/>
              <a:t>s</a:t>
            </a:r>
            <a:r>
              <a:rPr spc="-395" dirty="0"/>
              <a:t> </a:t>
            </a:r>
            <a:r>
              <a:rPr spc="-340" dirty="0"/>
              <a:t>M</a:t>
            </a:r>
            <a:r>
              <a:rPr spc="-330" dirty="0"/>
              <a:t>O</a:t>
            </a:r>
            <a:r>
              <a:rPr dirty="0"/>
              <a:t>S</a:t>
            </a:r>
          </a:p>
          <a:p>
            <a:pPr marL="318770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319405" algn="l"/>
              </a:tabLst>
            </a:pPr>
            <a:r>
              <a:rPr spc="-245" dirty="0"/>
              <a:t>T</a:t>
            </a:r>
            <a:r>
              <a:rPr spc="-250" dirty="0"/>
              <a:t>h</a:t>
            </a:r>
            <a:r>
              <a:rPr dirty="0"/>
              <a:t>e</a:t>
            </a:r>
            <a:r>
              <a:rPr spc="-475" dirty="0"/>
              <a:t> </a:t>
            </a:r>
            <a:r>
              <a:rPr spc="-120" dirty="0"/>
              <a:t>s</a:t>
            </a:r>
            <a:r>
              <a:rPr spc="-125" dirty="0"/>
              <a:t>lo</a:t>
            </a:r>
            <a:r>
              <a:rPr spc="-120" dirty="0"/>
              <a:t>w</a:t>
            </a:r>
            <a:r>
              <a:rPr spc="-125" dirty="0"/>
              <a:t>e</a:t>
            </a:r>
            <a:r>
              <a:rPr spc="-120" dirty="0"/>
              <a:t>s</a:t>
            </a:r>
            <a:r>
              <a:rPr dirty="0"/>
              <a:t>t</a:t>
            </a:r>
            <a:r>
              <a:rPr spc="-270" dirty="0"/>
              <a:t> </a:t>
            </a:r>
            <a:r>
              <a:rPr spc="-125" dirty="0"/>
              <a:t>logi</a:t>
            </a:r>
            <a:r>
              <a:rPr dirty="0"/>
              <a:t>c</a:t>
            </a:r>
            <a:r>
              <a:rPr spc="-240" dirty="0"/>
              <a:t> </a:t>
            </a:r>
            <a:r>
              <a:rPr spc="-75" dirty="0"/>
              <a:t>famil</a:t>
            </a:r>
            <a:r>
              <a:rPr dirty="0"/>
              <a:t>y</a:t>
            </a:r>
            <a:r>
              <a:rPr spc="-140" dirty="0"/>
              <a:t> </a:t>
            </a:r>
            <a:r>
              <a:rPr spc="-175" dirty="0"/>
              <a:t>i</a:t>
            </a:r>
            <a:r>
              <a:rPr dirty="0"/>
              <a:t>s</a:t>
            </a:r>
            <a:r>
              <a:rPr spc="-465" dirty="0"/>
              <a:t> </a:t>
            </a:r>
            <a:r>
              <a:rPr spc="-340" dirty="0"/>
              <a:t>M</a:t>
            </a:r>
            <a:r>
              <a:rPr spc="-335" dirty="0"/>
              <a:t>O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1885" y="462788"/>
            <a:ext cx="54368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70" dirty="0"/>
              <a:t>K</a:t>
            </a:r>
            <a:r>
              <a:rPr spc="-375" dirty="0"/>
              <a:t>e</a:t>
            </a:r>
            <a:r>
              <a:rPr dirty="0"/>
              <a:t>y</a:t>
            </a:r>
            <a:r>
              <a:rPr spc="-760" dirty="0"/>
              <a:t> </a:t>
            </a:r>
            <a:r>
              <a:rPr spc="-114" dirty="0"/>
              <a:t>po</a:t>
            </a:r>
            <a:r>
              <a:rPr spc="-105" dirty="0"/>
              <a:t>i</a:t>
            </a:r>
            <a:r>
              <a:rPr spc="-114" dirty="0"/>
              <a:t>nt</a:t>
            </a:r>
            <a:r>
              <a:rPr dirty="0"/>
              <a:t>s</a:t>
            </a:r>
            <a:r>
              <a:rPr spc="-190" dirty="0"/>
              <a:t> </a:t>
            </a:r>
            <a:r>
              <a:rPr spc="-100" dirty="0"/>
              <a:t>abou</a:t>
            </a:r>
            <a:r>
              <a:rPr dirty="0"/>
              <a:t>t</a:t>
            </a:r>
            <a:r>
              <a:rPr spc="-395" dirty="0"/>
              <a:t> </a:t>
            </a:r>
            <a:r>
              <a:rPr spc="-540" dirty="0"/>
              <a:t>C</a:t>
            </a:r>
            <a:r>
              <a:rPr spc="-535" dirty="0"/>
              <a:t>M</a:t>
            </a:r>
            <a:r>
              <a:rPr spc="-550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804" y="1610308"/>
            <a:ext cx="7828915" cy="413956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94005" marR="12700" indent="-281940">
              <a:lnSpc>
                <a:spcPts val="3810"/>
              </a:lnSpc>
              <a:spcBef>
                <a:spcPts val="254"/>
              </a:spcBef>
              <a:buChar char="•"/>
              <a:tabLst>
                <a:tab pos="294640" algn="l"/>
              </a:tabLst>
            </a:pPr>
            <a:r>
              <a:rPr sz="3200" spc="-245" dirty="0">
                <a:latin typeface="Arial MT"/>
                <a:cs typeface="Arial MT"/>
              </a:rPr>
              <a:t>T</a:t>
            </a:r>
            <a:r>
              <a:rPr sz="3200" spc="-250" dirty="0">
                <a:latin typeface="Arial MT"/>
                <a:cs typeface="Arial MT"/>
              </a:rPr>
              <a:t>h</a:t>
            </a:r>
            <a:r>
              <a:rPr sz="3200" dirty="0">
                <a:latin typeface="Arial MT"/>
                <a:cs typeface="Arial MT"/>
              </a:rPr>
              <a:t>e</a:t>
            </a:r>
            <a:r>
              <a:rPr sz="3200" spc="-475" dirty="0">
                <a:latin typeface="Arial MT"/>
                <a:cs typeface="Arial MT"/>
              </a:rPr>
              <a:t> </a:t>
            </a:r>
            <a:r>
              <a:rPr sz="3200" spc="-365" dirty="0">
                <a:latin typeface="Arial MT"/>
                <a:cs typeface="Arial MT"/>
              </a:rPr>
              <a:t>I</a:t>
            </a:r>
            <a:r>
              <a:rPr sz="3200" spc="-360" dirty="0">
                <a:latin typeface="Arial MT"/>
                <a:cs typeface="Arial MT"/>
              </a:rPr>
              <a:t>C</a:t>
            </a:r>
            <a:r>
              <a:rPr sz="3200" spc="180" dirty="0">
                <a:latin typeface="Arial MT"/>
                <a:cs typeface="Arial MT"/>
              </a:rPr>
              <a:t>s</a:t>
            </a:r>
            <a:r>
              <a:rPr sz="3200" spc="-200" dirty="0">
                <a:latin typeface="Arial MT"/>
                <a:cs typeface="Arial MT"/>
              </a:rPr>
              <a:t>u</a:t>
            </a:r>
            <a:r>
              <a:rPr sz="3200" spc="-190" dirty="0">
                <a:latin typeface="Arial MT"/>
                <a:cs typeface="Arial MT"/>
              </a:rPr>
              <a:t>s</a:t>
            </a:r>
            <a:r>
              <a:rPr sz="3200" spc="-200" dirty="0">
                <a:latin typeface="Arial MT"/>
                <a:cs typeface="Arial MT"/>
              </a:rPr>
              <a:t>e</a:t>
            </a:r>
            <a:r>
              <a:rPr sz="3200" dirty="0">
                <a:latin typeface="Arial MT"/>
                <a:cs typeface="Arial MT"/>
              </a:rPr>
              <a:t>d</a:t>
            </a:r>
            <a:r>
              <a:rPr sz="3200" spc="-405" dirty="0">
                <a:latin typeface="Arial MT"/>
                <a:cs typeface="Arial MT"/>
              </a:rPr>
              <a:t> </a:t>
            </a:r>
            <a:r>
              <a:rPr sz="3200" spc="-40" dirty="0">
                <a:latin typeface="Arial MT"/>
                <a:cs typeface="Arial MT"/>
              </a:rPr>
              <a:t>i</a:t>
            </a:r>
            <a:r>
              <a:rPr sz="3200" dirty="0">
                <a:latin typeface="Arial MT"/>
                <a:cs typeface="Arial MT"/>
              </a:rPr>
              <a:t>n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spc="-155" dirty="0">
                <a:latin typeface="Arial MT"/>
                <a:cs typeface="Arial MT"/>
              </a:rPr>
              <a:t>w</a:t>
            </a:r>
            <a:r>
              <a:rPr sz="3200" spc="-165" dirty="0">
                <a:latin typeface="Arial MT"/>
                <a:cs typeface="Arial MT"/>
              </a:rPr>
              <a:t>at</a:t>
            </a:r>
            <a:r>
              <a:rPr sz="3200" spc="-155" dirty="0">
                <a:latin typeface="Arial MT"/>
                <a:cs typeface="Arial MT"/>
              </a:rPr>
              <a:t>c</a:t>
            </a:r>
            <a:r>
              <a:rPr sz="3200" spc="-165" dirty="0">
                <a:latin typeface="Arial MT"/>
                <a:cs typeface="Arial MT"/>
              </a:rPr>
              <a:t>he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285" dirty="0">
                <a:latin typeface="Arial MT"/>
                <a:cs typeface="Arial MT"/>
              </a:rPr>
              <a:t> </a:t>
            </a:r>
            <a:r>
              <a:rPr sz="3200" spc="-165" dirty="0">
                <a:latin typeface="Arial MT"/>
                <a:cs typeface="Arial MT"/>
              </a:rPr>
              <a:t>an</a:t>
            </a:r>
            <a:r>
              <a:rPr sz="3200" dirty="0">
                <a:latin typeface="Arial MT"/>
                <a:cs typeface="Arial MT"/>
              </a:rPr>
              <a:t>d</a:t>
            </a:r>
            <a:r>
              <a:rPr sz="3200" spc="-305" dirty="0">
                <a:latin typeface="Arial MT"/>
                <a:cs typeface="Arial MT"/>
              </a:rPr>
              <a:t> </a:t>
            </a:r>
            <a:r>
              <a:rPr sz="3200" spc="-120" dirty="0">
                <a:latin typeface="Arial MT"/>
                <a:cs typeface="Arial MT"/>
              </a:rPr>
              <a:t>c</a:t>
            </a:r>
            <a:r>
              <a:rPr sz="3200" spc="-130" dirty="0">
                <a:latin typeface="Arial MT"/>
                <a:cs typeface="Arial MT"/>
              </a:rPr>
              <a:t>a</a:t>
            </a:r>
            <a:r>
              <a:rPr sz="3200" spc="-125" dirty="0">
                <a:latin typeface="Arial MT"/>
                <a:cs typeface="Arial MT"/>
              </a:rPr>
              <a:t>l</a:t>
            </a:r>
            <a:r>
              <a:rPr sz="3200" spc="-120" dirty="0">
                <a:latin typeface="Arial MT"/>
                <a:cs typeface="Arial MT"/>
              </a:rPr>
              <a:t>c</a:t>
            </a:r>
            <a:r>
              <a:rPr sz="3200" spc="-130" dirty="0">
                <a:latin typeface="Arial MT"/>
                <a:cs typeface="Arial MT"/>
              </a:rPr>
              <a:t>u</a:t>
            </a:r>
            <a:r>
              <a:rPr sz="3200" spc="-125" dirty="0">
                <a:latin typeface="Arial MT"/>
                <a:cs typeface="Arial MT"/>
              </a:rPr>
              <a:t>l</a:t>
            </a:r>
            <a:r>
              <a:rPr sz="3200" spc="-130" dirty="0">
                <a:latin typeface="Arial MT"/>
                <a:cs typeface="Arial MT"/>
              </a:rPr>
              <a:t>a</a:t>
            </a:r>
            <a:r>
              <a:rPr sz="3200" spc="-135" dirty="0">
                <a:latin typeface="Arial MT"/>
                <a:cs typeface="Arial MT"/>
              </a:rPr>
              <a:t>t</a:t>
            </a:r>
            <a:r>
              <a:rPr sz="3200" spc="-130" dirty="0">
                <a:latin typeface="Arial MT"/>
                <a:cs typeface="Arial MT"/>
              </a:rPr>
              <a:t>o</a:t>
            </a:r>
            <a:r>
              <a:rPr sz="3200" spc="-135" dirty="0">
                <a:latin typeface="Arial MT"/>
                <a:cs typeface="Arial MT"/>
              </a:rPr>
              <a:t>r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290" dirty="0">
                <a:latin typeface="Arial MT"/>
                <a:cs typeface="Arial MT"/>
              </a:rPr>
              <a:t> </a:t>
            </a:r>
            <a:r>
              <a:rPr sz="3200" spc="-140" dirty="0">
                <a:latin typeface="Arial MT"/>
                <a:cs typeface="Arial MT"/>
              </a:rPr>
              <a:t>a</a:t>
            </a:r>
            <a:r>
              <a:rPr sz="3200" spc="-135" dirty="0">
                <a:latin typeface="Arial MT"/>
                <a:cs typeface="Arial MT"/>
              </a:rPr>
              <a:t>r</a:t>
            </a:r>
            <a:r>
              <a:rPr sz="3200" dirty="0">
                <a:latin typeface="Arial MT"/>
                <a:cs typeface="Arial MT"/>
              </a:rPr>
              <a:t>e</a:t>
            </a:r>
            <a:r>
              <a:rPr sz="3200" spc="-27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o</a:t>
            </a:r>
            <a:r>
              <a:rPr sz="3200" dirty="0">
                <a:latin typeface="Arial MT"/>
                <a:cs typeface="Arial MT"/>
              </a:rPr>
              <a:t>f  </a:t>
            </a:r>
            <a:r>
              <a:rPr sz="3200" spc="-300" dirty="0">
                <a:latin typeface="Arial MT"/>
                <a:cs typeface="Arial MT"/>
              </a:rPr>
              <a:t>CMOS</a:t>
            </a:r>
            <a:endParaRPr sz="3200">
              <a:latin typeface="Arial MT"/>
              <a:cs typeface="Arial MT"/>
            </a:endParaRPr>
          </a:p>
          <a:p>
            <a:pPr marL="294005" marR="5080" indent="-281940">
              <a:lnSpc>
                <a:spcPct val="100000"/>
              </a:lnSpc>
              <a:spcBef>
                <a:spcPts val="370"/>
              </a:spcBef>
              <a:buChar char="•"/>
              <a:tabLst>
                <a:tab pos="294640" algn="l"/>
              </a:tabLst>
            </a:pPr>
            <a:r>
              <a:rPr sz="3200" spc="-245" dirty="0">
                <a:latin typeface="Arial MT"/>
                <a:cs typeface="Arial MT"/>
              </a:rPr>
              <a:t>T</a:t>
            </a:r>
            <a:r>
              <a:rPr sz="3200" spc="-250" dirty="0">
                <a:latin typeface="Arial MT"/>
                <a:cs typeface="Arial MT"/>
              </a:rPr>
              <a:t>h</a:t>
            </a:r>
            <a:r>
              <a:rPr sz="3200" dirty="0">
                <a:latin typeface="Arial MT"/>
                <a:cs typeface="Arial MT"/>
              </a:rPr>
              <a:t>e</a:t>
            </a:r>
            <a:r>
              <a:rPr sz="3200" spc="-475" dirty="0">
                <a:latin typeface="Arial MT"/>
                <a:cs typeface="Arial MT"/>
              </a:rPr>
              <a:t> </a:t>
            </a:r>
            <a:r>
              <a:rPr sz="3200" spc="-125" dirty="0">
                <a:latin typeface="Arial MT"/>
                <a:cs typeface="Arial MT"/>
              </a:rPr>
              <a:t>logi</a:t>
            </a:r>
            <a:r>
              <a:rPr sz="3200" dirty="0">
                <a:latin typeface="Arial MT"/>
                <a:cs typeface="Arial MT"/>
              </a:rPr>
              <a:t>c</a:t>
            </a:r>
            <a:r>
              <a:rPr sz="3200" spc="-240" dirty="0">
                <a:latin typeface="Arial MT"/>
                <a:cs typeface="Arial MT"/>
              </a:rPr>
              <a:t> </a:t>
            </a:r>
            <a:r>
              <a:rPr sz="3200" spc="-75" dirty="0">
                <a:latin typeface="Arial MT"/>
                <a:cs typeface="Arial MT"/>
              </a:rPr>
              <a:t>f</a:t>
            </a:r>
            <a:r>
              <a:rPr sz="3200" spc="-80" dirty="0">
                <a:latin typeface="Arial MT"/>
                <a:cs typeface="Arial MT"/>
              </a:rPr>
              <a:t>am</a:t>
            </a:r>
            <a:r>
              <a:rPr sz="3200" spc="-75" dirty="0">
                <a:latin typeface="Arial MT"/>
                <a:cs typeface="Arial MT"/>
              </a:rPr>
              <a:t>il</a:t>
            </a:r>
            <a:r>
              <a:rPr sz="3200" dirty="0">
                <a:latin typeface="Arial MT"/>
                <a:cs typeface="Arial MT"/>
              </a:rPr>
              <a:t>y</a:t>
            </a:r>
            <a:r>
              <a:rPr sz="3200" spc="-130" dirty="0">
                <a:latin typeface="Arial MT"/>
                <a:cs typeface="Arial MT"/>
              </a:rPr>
              <a:t> </a:t>
            </a:r>
            <a:r>
              <a:rPr sz="3200" spc="-95" dirty="0">
                <a:latin typeface="Arial MT"/>
                <a:cs typeface="Arial MT"/>
              </a:rPr>
              <a:t>w</a:t>
            </a:r>
            <a:r>
              <a:rPr sz="3200" spc="-105" dirty="0">
                <a:latin typeface="Arial MT"/>
                <a:cs typeface="Arial MT"/>
              </a:rPr>
              <a:t>h</a:t>
            </a:r>
            <a:r>
              <a:rPr sz="3200" spc="-100" dirty="0">
                <a:latin typeface="Arial MT"/>
                <a:cs typeface="Arial MT"/>
              </a:rPr>
              <a:t>i</a:t>
            </a:r>
            <a:r>
              <a:rPr sz="3200" spc="-90" dirty="0">
                <a:latin typeface="Arial MT"/>
                <a:cs typeface="Arial MT"/>
              </a:rPr>
              <a:t>c</a:t>
            </a:r>
            <a:r>
              <a:rPr sz="3200" dirty="0">
                <a:latin typeface="Arial MT"/>
                <a:cs typeface="Arial MT"/>
              </a:rPr>
              <a:t>h</a:t>
            </a:r>
            <a:r>
              <a:rPr sz="3200" spc="-235" dirty="0">
                <a:latin typeface="Arial MT"/>
                <a:cs typeface="Arial MT"/>
              </a:rPr>
              <a:t> </a:t>
            </a:r>
            <a:r>
              <a:rPr sz="3200" spc="-250" dirty="0">
                <a:latin typeface="Arial MT"/>
                <a:cs typeface="Arial MT"/>
              </a:rPr>
              <a:t>ha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459" dirty="0">
                <a:latin typeface="Arial MT"/>
                <a:cs typeface="Arial MT"/>
              </a:rPr>
              <a:t> </a:t>
            </a:r>
            <a:r>
              <a:rPr sz="3200" spc="-55" dirty="0">
                <a:latin typeface="Arial MT"/>
                <a:cs typeface="Arial MT"/>
              </a:rPr>
              <a:t>th</a:t>
            </a:r>
            <a:r>
              <a:rPr sz="3200" dirty="0">
                <a:latin typeface="Arial MT"/>
                <a:cs typeface="Arial MT"/>
              </a:rPr>
              <a:t>e</a:t>
            </a:r>
            <a:r>
              <a:rPr sz="3200" spc="-90" dirty="0">
                <a:latin typeface="Arial MT"/>
                <a:cs typeface="Arial MT"/>
              </a:rPr>
              <a:t> </a:t>
            </a:r>
            <a:r>
              <a:rPr sz="3200" spc="-125" dirty="0">
                <a:latin typeface="Arial MT"/>
                <a:cs typeface="Arial MT"/>
              </a:rPr>
              <a:t>highe</a:t>
            </a:r>
            <a:r>
              <a:rPr sz="3200" spc="-120" dirty="0">
                <a:latin typeface="Arial MT"/>
                <a:cs typeface="Arial MT"/>
              </a:rPr>
              <a:t>s</a:t>
            </a:r>
            <a:r>
              <a:rPr sz="3200" dirty="0">
                <a:latin typeface="Arial MT"/>
                <a:cs typeface="Arial MT"/>
              </a:rPr>
              <a:t>t</a:t>
            </a:r>
            <a:r>
              <a:rPr sz="3200" spc="-509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fa</a:t>
            </a:r>
            <a:r>
              <a:rPr sz="3200" spc="-70" dirty="0">
                <a:latin typeface="Arial MT"/>
                <a:cs typeface="Arial MT"/>
              </a:rPr>
              <a:t>n</a:t>
            </a:r>
            <a:r>
              <a:rPr sz="3200" spc="-60" dirty="0">
                <a:latin typeface="Arial MT"/>
                <a:cs typeface="Arial MT"/>
              </a:rPr>
              <a:t>-</a:t>
            </a:r>
            <a:r>
              <a:rPr sz="3200" spc="-65" dirty="0">
                <a:latin typeface="Arial MT"/>
                <a:cs typeface="Arial MT"/>
              </a:rPr>
              <a:t>ou</a:t>
            </a:r>
            <a:r>
              <a:rPr sz="3200" dirty="0">
                <a:latin typeface="Arial MT"/>
                <a:cs typeface="Arial MT"/>
              </a:rPr>
              <a:t>t  </a:t>
            </a:r>
            <a:r>
              <a:rPr sz="3200" spc="-175" dirty="0">
                <a:latin typeface="Arial MT"/>
                <a:cs typeface="Arial MT"/>
              </a:rPr>
              <a:t>i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335" dirty="0">
                <a:latin typeface="Arial MT"/>
                <a:cs typeface="Arial MT"/>
              </a:rPr>
              <a:t> C</a:t>
            </a:r>
            <a:r>
              <a:rPr sz="3200" spc="-340" dirty="0">
                <a:latin typeface="Arial MT"/>
                <a:cs typeface="Arial MT"/>
              </a:rPr>
              <a:t>M</a:t>
            </a:r>
            <a:r>
              <a:rPr sz="3200" spc="-330" dirty="0">
                <a:latin typeface="Arial MT"/>
                <a:cs typeface="Arial MT"/>
              </a:rPr>
              <a:t>O</a:t>
            </a:r>
            <a:r>
              <a:rPr sz="3200" spc="-340" dirty="0">
                <a:latin typeface="Arial MT"/>
                <a:cs typeface="Arial MT"/>
              </a:rPr>
              <a:t>S</a:t>
            </a:r>
            <a:r>
              <a:rPr sz="3200" dirty="0"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  <a:p>
            <a:pPr marL="294005" marR="971550" indent="-281940">
              <a:lnSpc>
                <a:spcPct val="100000"/>
              </a:lnSpc>
              <a:spcBef>
                <a:spcPts val="600"/>
              </a:spcBef>
              <a:buChar char="•"/>
              <a:tabLst>
                <a:tab pos="294640" algn="l"/>
              </a:tabLst>
            </a:pPr>
            <a:r>
              <a:rPr sz="3200" spc="-245" dirty="0">
                <a:latin typeface="Arial MT"/>
                <a:cs typeface="Arial MT"/>
              </a:rPr>
              <a:t>T</a:t>
            </a:r>
            <a:r>
              <a:rPr sz="3200" spc="-250" dirty="0">
                <a:latin typeface="Arial MT"/>
                <a:cs typeface="Arial MT"/>
              </a:rPr>
              <a:t>h</a:t>
            </a:r>
            <a:r>
              <a:rPr sz="3200" dirty="0">
                <a:latin typeface="Arial MT"/>
                <a:cs typeface="Arial MT"/>
              </a:rPr>
              <a:t>e</a:t>
            </a:r>
            <a:r>
              <a:rPr sz="3200" spc="-475" dirty="0">
                <a:latin typeface="Arial MT"/>
                <a:cs typeface="Arial MT"/>
              </a:rPr>
              <a:t> </a:t>
            </a:r>
            <a:r>
              <a:rPr sz="3200" spc="-125" dirty="0">
                <a:latin typeface="Arial MT"/>
                <a:cs typeface="Arial MT"/>
              </a:rPr>
              <a:t>logi</a:t>
            </a:r>
            <a:r>
              <a:rPr sz="3200" dirty="0">
                <a:latin typeface="Arial MT"/>
                <a:cs typeface="Arial MT"/>
              </a:rPr>
              <a:t>c</a:t>
            </a:r>
            <a:r>
              <a:rPr sz="3200" spc="-240" dirty="0">
                <a:latin typeface="Arial MT"/>
                <a:cs typeface="Arial MT"/>
              </a:rPr>
              <a:t> </a:t>
            </a:r>
            <a:r>
              <a:rPr sz="3200" spc="-75" dirty="0">
                <a:latin typeface="Arial MT"/>
                <a:cs typeface="Arial MT"/>
              </a:rPr>
              <a:t>f</a:t>
            </a:r>
            <a:r>
              <a:rPr sz="3200" spc="-80" dirty="0">
                <a:latin typeface="Arial MT"/>
                <a:cs typeface="Arial MT"/>
              </a:rPr>
              <a:t>am</a:t>
            </a:r>
            <a:r>
              <a:rPr sz="3200" spc="-75" dirty="0">
                <a:latin typeface="Arial MT"/>
                <a:cs typeface="Arial MT"/>
              </a:rPr>
              <a:t>il</a:t>
            </a:r>
            <a:r>
              <a:rPr sz="3200" dirty="0">
                <a:latin typeface="Arial MT"/>
                <a:cs typeface="Arial MT"/>
              </a:rPr>
              <a:t>y</a:t>
            </a:r>
            <a:r>
              <a:rPr sz="3200" spc="-130" dirty="0">
                <a:latin typeface="Arial MT"/>
                <a:cs typeface="Arial MT"/>
              </a:rPr>
              <a:t> </a:t>
            </a:r>
            <a:r>
              <a:rPr sz="3200" spc="-95" dirty="0">
                <a:latin typeface="Arial MT"/>
                <a:cs typeface="Arial MT"/>
              </a:rPr>
              <a:t>w</a:t>
            </a:r>
            <a:r>
              <a:rPr sz="3200" spc="-105" dirty="0">
                <a:latin typeface="Arial MT"/>
                <a:cs typeface="Arial MT"/>
              </a:rPr>
              <a:t>h</a:t>
            </a:r>
            <a:r>
              <a:rPr sz="3200" spc="-100" dirty="0">
                <a:latin typeface="Arial MT"/>
                <a:cs typeface="Arial MT"/>
              </a:rPr>
              <a:t>i</a:t>
            </a:r>
            <a:r>
              <a:rPr sz="3200" spc="-90" dirty="0">
                <a:latin typeface="Arial MT"/>
                <a:cs typeface="Arial MT"/>
              </a:rPr>
              <a:t>c</a:t>
            </a:r>
            <a:r>
              <a:rPr sz="3200" dirty="0">
                <a:latin typeface="Arial MT"/>
                <a:cs typeface="Arial MT"/>
              </a:rPr>
              <a:t>h</a:t>
            </a:r>
            <a:r>
              <a:rPr sz="3200" spc="-235" dirty="0">
                <a:latin typeface="Arial MT"/>
                <a:cs typeface="Arial MT"/>
              </a:rPr>
              <a:t> </a:t>
            </a:r>
            <a:r>
              <a:rPr sz="3200" spc="-250" dirty="0">
                <a:latin typeface="Arial MT"/>
                <a:cs typeface="Arial MT"/>
              </a:rPr>
              <a:t>ha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459" dirty="0">
                <a:latin typeface="Arial MT"/>
                <a:cs typeface="Arial MT"/>
              </a:rPr>
              <a:t> </a:t>
            </a:r>
            <a:r>
              <a:rPr sz="3200" spc="-125" dirty="0">
                <a:latin typeface="Arial MT"/>
                <a:cs typeface="Arial MT"/>
              </a:rPr>
              <a:t>highe</a:t>
            </a:r>
            <a:r>
              <a:rPr sz="3200" spc="-120" dirty="0">
                <a:latin typeface="Arial MT"/>
                <a:cs typeface="Arial MT"/>
              </a:rPr>
              <a:t>s</a:t>
            </a:r>
            <a:r>
              <a:rPr sz="3200" dirty="0">
                <a:latin typeface="Arial MT"/>
                <a:cs typeface="Arial MT"/>
              </a:rPr>
              <a:t>t</a:t>
            </a:r>
            <a:r>
              <a:rPr sz="3200" spc="-405" dirty="0">
                <a:latin typeface="Arial MT"/>
                <a:cs typeface="Arial MT"/>
              </a:rPr>
              <a:t> </a:t>
            </a:r>
            <a:r>
              <a:rPr sz="3200" spc="-165" dirty="0">
                <a:latin typeface="Arial MT"/>
                <a:cs typeface="Arial MT"/>
              </a:rPr>
              <a:t>noi</a:t>
            </a:r>
            <a:r>
              <a:rPr sz="3200" spc="-155" dirty="0">
                <a:latin typeface="Arial MT"/>
                <a:cs typeface="Arial MT"/>
              </a:rPr>
              <a:t>s</a:t>
            </a:r>
            <a:r>
              <a:rPr sz="3200" dirty="0">
                <a:latin typeface="Arial MT"/>
                <a:cs typeface="Arial MT"/>
              </a:rPr>
              <a:t>e  </a:t>
            </a:r>
            <a:r>
              <a:rPr sz="3200" spc="-125" dirty="0">
                <a:latin typeface="Arial MT"/>
                <a:cs typeface="Arial MT"/>
              </a:rPr>
              <a:t>ma</a:t>
            </a:r>
            <a:r>
              <a:rPr sz="3200" spc="-120" dirty="0">
                <a:latin typeface="Arial MT"/>
                <a:cs typeface="Arial MT"/>
              </a:rPr>
              <a:t>r</a:t>
            </a:r>
            <a:r>
              <a:rPr sz="3200" spc="-125" dirty="0">
                <a:latin typeface="Arial MT"/>
                <a:cs typeface="Arial MT"/>
              </a:rPr>
              <a:t>gi</a:t>
            </a:r>
            <a:r>
              <a:rPr sz="3200" dirty="0">
                <a:latin typeface="Arial MT"/>
                <a:cs typeface="Arial MT"/>
              </a:rPr>
              <a:t>n</a:t>
            </a:r>
            <a:r>
              <a:rPr sz="3200" spc="-260" dirty="0">
                <a:latin typeface="Arial MT"/>
                <a:cs typeface="Arial MT"/>
              </a:rPr>
              <a:t> </a:t>
            </a:r>
            <a:r>
              <a:rPr sz="3200" spc="-175" dirty="0">
                <a:latin typeface="Arial MT"/>
                <a:cs typeface="Arial MT"/>
              </a:rPr>
              <a:t>i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380" dirty="0">
                <a:latin typeface="Arial MT"/>
                <a:cs typeface="Arial MT"/>
              </a:rPr>
              <a:t> </a:t>
            </a:r>
            <a:r>
              <a:rPr sz="3200" spc="-335" dirty="0">
                <a:latin typeface="Arial MT"/>
                <a:cs typeface="Arial MT"/>
              </a:rPr>
              <a:t>C</a:t>
            </a:r>
            <a:r>
              <a:rPr sz="3200" spc="-340" dirty="0">
                <a:latin typeface="Arial MT"/>
                <a:cs typeface="Arial MT"/>
              </a:rPr>
              <a:t>M</a:t>
            </a:r>
            <a:r>
              <a:rPr sz="3200" spc="-335" dirty="0">
                <a:latin typeface="Arial MT"/>
                <a:cs typeface="Arial MT"/>
              </a:rPr>
              <a:t>O</a:t>
            </a:r>
            <a:r>
              <a:rPr sz="3200" spc="-340" dirty="0">
                <a:latin typeface="Arial MT"/>
                <a:cs typeface="Arial MT"/>
              </a:rPr>
              <a:t>S</a:t>
            </a:r>
            <a:r>
              <a:rPr sz="3200" dirty="0"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  <a:p>
            <a:pPr marL="294005" marR="139700" indent="-281940">
              <a:lnSpc>
                <a:spcPct val="100000"/>
              </a:lnSpc>
              <a:spcBef>
                <a:spcPts val="605"/>
              </a:spcBef>
              <a:buChar char="•"/>
              <a:tabLst>
                <a:tab pos="294640" algn="l"/>
              </a:tabLst>
            </a:pPr>
            <a:r>
              <a:rPr sz="3200" spc="-245" dirty="0">
                <a:latin typeface="Arial MT"/>
                <a:cs typeface="Arial MT"/>
              </a:rPr>
              <a:t>T</a:t>
            </a:r>
            <a:r>
              <a:rPr sz="3200" spc="-250" dirty="0">
                <a:latin typeface="Arial MT"/>
                <a:cs typeface="Arial MT"/>
              </a:rPr>
              <a:t>h</a:t>
            </a:r>
            <a:r>
              <a:rPr sz="3200" dirty="0">
                <a:latin typeface="Arial MT"/>
                <a:cs typeface="Arial MT"/>
              </a:rPr>
              <a:t>e</a:t>
            </a:r>
            <a:r>
              <a:rPr sz="3200" spc="-475" dirty="0">
                <a:latin typeface="Arial MT"/>
                <a:cs typeface="Arial MT"/>
              </a:rPr>
              <a:t> </a:t>
            </a:r>
            <a:r>
              <a:rPr sz="3200" spc="-125" dirty="0">
                <a:latin typeface="Arial MT"/>
                <a:cs typeface="Arial MT"/>
              </a:rPr>
              <a:t>logi</a:t>
            </a:r>
            <a:r>
              <a:rPr sz="3200" dirty="0">
                <a:latin typeface="Arial MT"/>
                <a:cs typeface="Arial MT"/>
              </a:rPr>
              <a:t>c</a:t>
            </a:r>
            <a:r>
              <a:rPr sz="3200" spc="-240" dirty="0">
                <a:latin typeface="Arial MT"/>
                <a:cs typeface="Arial MT"/>
              </a:rPr>
              <a:t> </a:t>
            </a:r>
            <a:r>
              <a:rPr sz="3200" spc="-75" dirty="0">
                <a:latin typeface="Arial MT"/>
                <a:cs typeface="Arial MT"/>
              </a:rPr>
              <a:t>f</a:t>
            </a:r>
            <a:r>
              <a:rPr sz="3200" spc="-80" dirty="0">
                <a:latin typeface="Arial MT"/>
                <a:cs typeface="Arial MT"/>
              </a:rPr>
              <a:t>am</a:t>
            </a:r>
            <a:r>
              <a:rPr sz="3200" spc="-75" dirty="0">
                <a:latin typeface="Arial MT"/>
                <a:cs typeface="Arial MT"/>
              </a:rPr>
              <a:t>il</a:t>
            </a:r>
            <a:r>
              <a:rPr sz="3200" dirty="0">
                <a:latin typeface="Arial MT"/>
                <a:cs typeface="Arial MT"/>
              </a:rPr>
              <a:t>y</a:t>
            </a:r>
            <a:r>
              <a:rPr sz="3200" spc="-130" dirty="0">
                <a:latin typeface="Arial MT"/>
                <a:cs typeface="Arial MT"/>
              </a:rPr>
              <a:t> </a:t>
            </a:r>
            <a:r>
              <a:rPr sz="3200" spc="-95" dirty="0">
                <a:latin typeface="Arial MT"/>
                <a:cs typeface="Arial MT"/>
              </a:rPr>
              <a:t>w</a:t>
            </a:r>
            <a:r>
              <a:rPr sz="3200" spc="-105" dirty="0">
                <a:latin typeface="Arial MT"/>
                <a:cs typeface="Arial MT"/>
              </a:rPr>
              <a:t>h</a:t>
            </a:r>
            <a:r>
              <a:rPr sz="3200" spc="-100" dirty="0">
                <a:latin typeface="Arial MT"/>
                <a:cs typeface="Arial MT"/>
              </a:rPr>
              <a:t>i</a:t>
            </a:r>
            <a:r>
              <a:rPr sz="3200" spc="-90" dirty="0">
                <a:latin typeface="Arial MT"/>
                <a:cs typeface="Arial MT"/>
              </a:rPr>
              <a:t>c</a:t>
            </a:r>
            <a:r>
              <a:rPr sz="3200" dirty="0">
                <a:latin typeface="Arial MT"/>
                <a:cs typeface="Arial MT"/>
              </a:rPr>
              <a:t>h</a:t>
            </a:r>
            <a:r>
              <a:rPr sz="3200" spc="-235" dirty="0">
                <a:latin typeface="Arial MT"/>
                <a:cs typeface="Arial MT"/>
              </a:rPr>
              <a:t> </a:t>
            </a:r>
            <a:r>
              <a:rPr sz="3200" spc="-200" dirty="0">
                <a:latin typeface="Arial MT"/>
                <a:cs typeface="Arial MT"/>
              </a:rPr>
              <a:t>c</a:t>
            </a:r>
            <a:r>
              <a:rPr sz="3200" spc="-210" dirty="0">
                <a:latin typeface="Arial MT"/>
                <a:cs typeface="Arial MT"/>
              </a:rPr>
              <a:t>on</a:t>
            </a:r>
            <a:r>
              <a:rPr sz="3200" spc="-200" dirty="0">
                <a:latin typeface="Arial MT"/>
                <a:cs typeface="Arial MT"/>
              </a:rPr>
              <a:t>s</a:t>
            </a:r>
            <a:r>
              <a:rPr sz="3200" spc="-210" dirty="0">
                <a:latin typeface="Arial MT"/>
                <a:cs typeface="Arial MT"/>
              </a:rPr>
              <a:t>ume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395" dirty="0">
                <a:latin typeface="Arial MT"/>
                <a:cs typeface="Arial MT"/>
              </a:rPr>
              <a:t> </a:t>
            </a:r>
            <a:r>
              <a:rPr sz="3200" spc="-125" dirty="0">
                <a:latin typeface="Arial MT"/>
                <a:cs typeface="Arial MT"/>
              </a:rPr>
              <a:t>lea</a:t>
            </a:r>
            <a:r>
              <a:rPr sz="3200" spc="-120" dirty="0">
                <a:latin typeface="Arial MT"/>
                <a:cs typeface="Arial MT"/>
              </a:rPr>
              <a:t>s</a:t>
            </a:r>
            <a:r>
              <a:rPr sz="3200" dirty="0">
                <a:latin typeface="Arial MT"/>
                <a:cs typeface="Arial MT"/>
              </a:rPr>
              <a:t>t</a:t>
            </a:r>
            <a:r>
              <a:rPr sz="3200" spc="-450" dirty="0">
                <a:latin typeface="Arial MT"/>
                <a:cs typeface="Arial MT"/>
              </a:rPr>
              <a:t> </a:t>
            </a:r>
            <a:r>
              <a:rPr sz="3200" spc="-90" dirty="0">
                <a:latin typeface="Arial MT"/>
                <a:cs typeface="Arial MT"/>
              </a:rPr>
              <a:t>po</a:t>
            </a:r>
            <a:r>
              <a:rPr sz="3200" spc="-85" dirty="0">
                <a:latin typeface="Arial MT"/>
                <a:cs typeface="Arial MT"/>
              </a:rPr>
              <a:t>w</a:t>
            </a:r>
            <a:r>
              <a:rPr sz="3200" spc="-90" dirty="0">
                <a:latin typeface="Arial MT"/>
                <a:cs typeface="Arial MT"/>
              </a:rPr>
              <a:t>e</a:t>
            </a:r>
            <a:r>
              <a:rPr sz="3200" dirty="0">
                <a:latin typeface="Arial MT"/>
                <a:cs typeface="Arial MT"/>
              </a:rPr>
              <a:t>r  </a:t>
            </a:r>
            <a:r>
              <a:rPr sz="3200" spc="-175" dirty="0">
                <a:latin typeface="Arial MT"/>
                <a:cs typeface="Arial MT"/>
              </a:rPr>
              <a:t>i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335" dirty="0">
                <a:latin typeface="Arial MT"/>
                <a:cs typeface="Arial MT"/>
              </a:rPr>
              <a:t> C</a:t>
            </a:r>
            <a:r>
              <a:rPr sz="3200" spc="-340" dirty="0">
                <a:latin typeface="Arial MT"/>
                <a:cs typeface="Arial MT"/>
              </a:rPr>
              <a:t>M</a:t>
            </a:r>
            <a:r>
              <a:rPr sz="3200" spc="-335" dirty="0">
                <a:latin typeface="Arial MT"/>
                <a:cs typeface="Arial MT"/>
              </a:rPr>
              <a:t>O</a:t>
            </a:r>
            <a:r>
              <a:rPr sz="3200" spc="-340" dirty="0">
                <a:latin typeface="Arial MT"/>
                <a:cs typeface="Arial MT"/>
              </a:rPr>
              <a:t>S</a:t>
            </a:r>
            <a:r>
              <a:rPr sz="3200" dirty="0"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821</Words>
  <Application>Microsoft Office PowerPoint</Application>
  <PresentationFormat>On-screen Show (4:3)</PresentationFormat>
  <Paragraphs>131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Arial MT</vt:lpstr>
      <vt:lpstr>Calibri</vt:lpstr>
      <vt:lpstr>Segoe UI Symbol</vt:lpstr>
      <vt:lpstr>Times New Roman</vt:lpstr>
      <vt:lpstr>Trebuchet MS</vt:lpstr>
      <vt:lpstr>Office Theme</vt:lpstr>
      <vt:lpstr>Logic Families</vt:lpstr>
      <vt:lpstr>Basic Characteristics of Logic Families</vt:lpstr>
      <vt:lpstr>Contt..</vt:lpstr>
      <vt:lpstr>Types</vt:lpstr>
      <vt:lpstr>Quiz poll</vt:lpstr>
      <vt:lpstr>Quiz poll</vt:lpstr>
      <vt:lpstr>General Characteristics of Basic Logic  Families</vt:lpstr>
      <vt:lpstr>Quiz poll</vt:lpstr>
      <vt:lpstr>Complementary metal oxide  semiconductor (CMOS)</vt:lpstr>
      <vt:lpstr>Transistor-transistor logic (TTL)</vt:lpstr>
      <vt:lpstr>Emitter-coupled logic (ECL)</vt:lpstr>
      <vt:lpstr>Quiz poll</vt:lpstr>
      <vt:lpstr>A Comparison of Logic Families</vt:lpstr>
      <vt:lpstr>A CMOS inverter</vt:lpstr>
      <vt:lpstr>CMOS gates</vt:lpstr>
      <vt:lpstr>A CMOS AND Gate</vt:lpstr>
      <vt:lpstr>A CMOS OR Gate</vt:lpstr>
      <vt:lpstr>Noise immunity</vt:lpstr>
      <vt:lpstr>Key Points</vt:lpstr>
      <vt:lpstr>Key points about TTL</vt:lpstr>
      <vt:lpstr>Key points about ECL</vt:lpstr>
      <vt:lpstr>Key points about MOS</vt:lpstr>
      <vt:lpstr>Key points about CMOS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Families</dc:title>
  <dc:creator>7</dc:creator>
  <cp:lastModifiedBy>Swapnil Bagwari</cp:lastModifiedBy>
  <cp:revision>1</cp:revision>
  <dcterms:created xsi:type="dcterms:W3CDTF">2023-01-03T03:51:08Z</dcterms:created>
  <dcterms:modified xsi:type="dcterms:W3CDTF">2023-01-07T15:00:15Z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2021-03-11T00:00:00Z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2023-01-03T00:00:00Z</vt:filetime>
  </property>
</Properties>
</file>