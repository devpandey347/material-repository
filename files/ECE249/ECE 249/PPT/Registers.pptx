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34" r:id="rId4"/>
    <p:sldId id="309" r:id="rId5"/>
    <p:sldId id="332" r:id="rId6"/>
    <p:sldId id="336" r:id="rId7"/>
    <p:sldId id="333" r:id="rId8"/>
    <p:sldId id="335" r:id="rId9"/>
    <p:sldId id="340" r:id="rId10"/>
    <p:sldId id="341" r:id="rId11"/>
    <p:sldId id="342" r:id="rId12"/>
    <p:sldId id="343" r:id="rId13"/>
    <p:sldId id="350" r:id="rId14"/>
    <p:sldId id="352" r:id="rId15"/>
    <p:sldId id="353" r:id="rId16"/>
    <p:sldId id="354" r:id="rId17"/>
    <p:sldId id="355" r:id="rId18"/>
    <p:sldId id="295" r:id="rId1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9" autoAdjust="0"/>
    <p:restoredTop sz="94660"/>
  </p:normalViewPr>
  <p:slideViewPr>
    <p:cSldViewPr>
      <p:cViewPr varScale="1">
        <p:scale>
          <a:sx n="81" d="100"/>
          <a:sy n="81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6B383-1384-4659-925E-CE5AE4414972}" type="datetimeFigureOut">
              <a:rPr lang="en-US" smtClean="0"/>
              <a:pPr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25B30-E92D-43AF-8CC3-6FB67C4F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839200" cy="1470025"/>
          </a:xfrm>
        </p:spPr>
        <p:txBody>
          <a:bodyPr>
            <a:normAutofit/>
          </a:bodyPr>
          <a:lstStyle/>
          <a:p>
            <a:r>
              <a:rPr lang="en-US" dirty="0"/>
              <a:t>Unit- 6 </a:t>
            </a:r>
            <a:br>
              <a:rPr lang="en-US" dirty="0"/>
            </a:br>
            <a:r>
              <a:rPr lang="en-US" dirty="0"/>
              <a:t>Sequential Logic Circuits Applications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500042"/>
            <a:ext cx="91440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Course: ECE249: Basic Electrical &amp; Electronics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915400" cy="6096000"/>
          </a:xfrm>
        </p:spPr>
        <p:txBody>
          <a:bodyPr>
            <a:normAutofit/>
          </a:bodyPr>
          <a:lstStyle/>
          <a:p>
            <a:r>
              <a:rPr lang="en-US" dirty="0"/>
              <a:t>Applications of sequential Logic Circuits</a:t>
            </a:r>
          </a:p>
          <a:p>
            <a:r>
              <a:rPr lang="en-US" dirty="0"/>
              <a:t>Digital system Components</a:t>
            </a:r>
          </a:p>
          <a:p>
            <a:pPr lvl="1"/>
            <a:r>
              <a:rPr lang="en-US" dirty="0"/>
              <a:t>Registers</a:t>
            </a:r>
          </a:p>
          <a:p>
            <a:pPr lvl="1"/>
            <a:r>
              <a:rPr lang="en-US" dirty="0"/>
              <a:t>Counters</a:t>
            </a:r>
          </a:p>
          <a:p>
            <a:pPr lvl="1"/>
            <a:r>
              <a:rPr lang="en-US" dirty="0"/>
              <a:t>Memory</a:t>
            </a:r>
          </a:p>
          <a:p>
            <a:r>
              <a:rPr lang="en-US" dirty="0"/>
              <a:t>Register in Details</a:t>
            </a:r>
          </a:p>
          <a:p>
            <a:pPr lvl="1"/>
            <a:r>
              <a:rPr lang="en-US" dirty="0"/>
              <a:t>4 bit Register</a:t>
            </a:r>
          </a:p>
          <a:p>
            <a:pPr lvl="1"/>
            <a:r>
              <a:rPr lang="en-US" dirty="0"/>
              <a:t>Register with Parallel Load &amp; FF</a:t>
            </a:r>
          </a:p>
          <a:p>
            <a:pPr lvl="1"/>
            <a:r>
              <a:rPr lang="en-US" dirty="0"/>
              <a:t>Shift Register</a:t>
            </a:r>
          </a:p>
          <a:p>
            <a:pPr lvl="1"/>
            <a:r>
              <a:rPr lang="en-US" dirty="0"/>
              <a:t>SISO, PIPO, SIPO, PISO Operations of Shift Register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Applications of sequential Logic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6096000"/>
          </a:xfrm>
        </p:spPr>
        <p:txBody>
          <a:bodyPr>
            <a:noAutofit/>
          </a:bodyPr>
          <a:lstStyle/>
          <a:p>
            <a:pPr algn="just"/>
            <a:r>
              <a:rPr lang="en-US" b="1" u="sng" dirty="0"/>
              <a:t>Digital System Components:</a:t>
            </a:r>
            <a:r>
              <a:rPr lang="en-US" dirty="0"/>
              <a:t> Registers, Counters and Memories.</a:t>
            </a:r>
          </a:p>
          <a:p>
            <a:pPr algn="just"/>
            <a:r>
              <a:rPr lang="en-US" dirty="0"/>
              <a:t>Specific  Uses:</a:t>
            </a:r>
          </a:p>
          <a:p>
            <a:pPr lvl="1" algn="just"/>
            <a:r>
              <a:rPr lang="en-US" b="1" u="sng" dirty="0"/>
              <a:t>Register:</a:t>
            </a:r>
            <a:r>
              <a:rPr lang="en-US" dirty="0"/>
              <a:t> to facilitate the design of sequential circuits.</a:t>
            </a:r>
          </a:p>
          <a:p>
            <a:pPr lvl="1" algn="just"/>
            <a:r>
              <a:rPr lang="en-US" b="1" u="sng" dirty="0"/>
              <a:t>Counter:</a:t>
            </a:r>
            <a:r>
              <a:rPr lang="en-US" dirty="0"/>
              <a:t> For generating timing variables to sequence and control the operations in a digital system.</a:t>
            </a:r>
          </a:p>
          <a:p>
            <a:pPr lvl="1" algn="just"/>
            <a:r>
              <a:rPr lang="en-US" b="1" u="sng" dirty="0"/>
              <a:t>Memory:</a:t>
            </a:r>
            <a:r>
              <a:rPr lang="en-US" dirty="0"/>
              <a:t> to storage of programs and data in a Digital Computer.</a:t>
            </a:r>
          </a:p>
          <a:p>
            <a:pPr algn="just"/>
            <a:r>
              <a:rPr lang="en-US" dirty="0"/>
              <a:t>Knowledge of all these three is essential to understand the design of digital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096000"/>
          </a:xfrm>
        </p:spPr>
        <p:txBody>
          <a:bodyPr>
            <a:noAutofit/>
          </a:bodyPr>
          <a:lstStyle/>
          <a:p>
            <a:pPr algn="just"/>
            <a:r>
              <a:rPr lang="en-US" b="1" u="sng" dirty="0"/>
              <a:t>Definition:</a:t>
            </a:r>
            <a:r>
              <a:rPr lang="en-US" dirty="0"/>
              <a:t> A register is a group of binary cells suitable for holding binary information.</a:t>
            </a:r>
          </a:p>
          <a:p>
            <a:pPr algn="just"/>
            <a:endParaRPr lang="en-US" sz="1100" dirty="0"/>
          </a:p>
          <a:p>
            <a:pPr algn="just"/>
            <a:r>
              <a:rPr lang="en-US" dirty="0"/>
              <a:t>A group of flip flops constitutes a register. Each flip flop is a binary cell capable of storing one bit of information.</a:t>
            </a:r>
          </a:p>
          <a:p>
            <a:pPr algn="just"/>
            <a:endParaRPr lang="en-US" sz="1000" dirty="0"/>
          </a:p>
          <a:p>
            <a:pPr algn="just"/>
            <a:r>
              <a:rPr lang="en-US" b="1" dirty="0"/>
              <a:t>n-bit register</a:t>
            </a:r>
            <a:r>
              <a:rPr lang="en-US" dirty="0"/>
              <a:t>  has a group of n flip flops and is capable of storing any </a:t>
            </a:r>
            <a:r>
              <a:rPr lang="en-US" b="1" dirty="0"/>
              <a:t>binary information containing n bits</a:t>
            </a:r>
            <a:r>
              <a:rPr lang="en-US" dirty="0"/>
              <a:t>.</a:t>
            </a:r>
          </a:p>
          <a:p>
            <a:pPr algn="just"/>
            <a:endParaRPr lang="en-US" sz="1200" dirty="0"/>
          </a:p>
          <a:p>
            <a:pPr algn="just"/>
            <a:r>
              <a:rPr lang="en-US" dirty="0"/>
              <a:t>Example:  Various Registers of 8085 processor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Counters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096000"/>
          </a:xfrm>
        </p:spPr>
        <p:txBody>
          <a:bodyPr>
            <a:noAutofit/>
          </a:bodyPr>
          <a:lstStyle/>
          <a:p>
            <a:pPr algn="just"/>
            <a:r>
              <a:rPr lang="en-US" b="1" u="sng" dirty="0"/>
              <a:t>Definition:</a:t>
            </a:r>
            <a:r>
              <a:rPr lang="en-US" b="1" dirty="0"/>
              <a:t> </a:t>
            </a:r>
            <a:r>
              <a:rPr lang="en-US" dirty="0"/>
              <a:t>A counter is  essentially a  register that goes through a predefined sequence of states upon the application of input pulses.</a:t>
            </a:r>
            <a:endParaRPr lang="en-US" sz="1200" dirty="0"/>
          </a:p>
          <a:p>
            <a:pPr algn="just"/>
            <a:r>
              <a:rPr lang="en-US" dirty="0"/>
              <a:t>Example: Up-Counter, Down-Counter.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Memories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096000"/>
          </a:xfrm>
        </p:spPr>
        <p:txBody>
          <a:bodyPr>
            <a:noAutofit/>
          </a:bodyPr>
          <a:lstStyle/>
          <a:p>
            <a:pPr algn="just"/>
            <a:r>
              <a:rPr lang="en-US" b="1" u="sng" dirty="0"/>
              <a:t>Definition:</a:t>
            </a:r>
            <a:r>
              <a:rPr lang="en-US" dirty="0"/>
              <a:t> A memory unit is a collection of storage cells together with associated circuits needed to transfer information in and out of storage.</a:t>
            </a:r>
            <a:endParaRPr lang="en-US" sz="1200" dirty="0"/>
          </a:p>
          <a:p>
            <a:pPr algn="just"/>
            <a:r>
              <a:rPr lang="en-US" dirty="0"/>
              <a:t>Example: </a:t>
            </a:r>
          </a:p>
          <a:p>
            <a:pPr algn="just"/>
            <a:r>
              <a:rPr lang="en-US" dirty="0"/>
              <a:t>RAM - Random Access memory. also called as  Read-Write Memory</a:t>
            </a:r>
          </a:p>
          <a:p>
            <a:pPr algn="just"/>
            <a:r>
              <a:rPr lang="en-US" dirty="0"/>
              <a:t>ROM - Read Only Memory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Registers -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096000"/>
          </a:xfrm>
        </p:spPr>
        <p:txBody>
          <a:bodyPr>
            <a:noAutofit/>
          </a:bodyPr>
          <a:lstStyle/>
          <a:p>
            <a:pPr algn="just"/>
            <a:r>
              <a:rPr lang="en-US" b="1" u="sng" dirty="0"/>
              <a:t>Simplest Register:</a:t>
            </a:r>
            <a:r>
              <a:rPr lang="en-US" dirty="0"/>
              <a:t> Consists of only flip flops without any external gates.</a:t>
            </a:r>
          </a:p>
          <a:p>
            <a:pPr algn="just"/>
            <a:endParaRPr lang="en-US" sz="1200" dirty="0"/>
          </a:p>
          <a:p>
            <a:pPr algn="just"/>
            <a:r>
              <a:rPr lang="en-US" dirty="0"/>
              <a:t>Register constructed with 4 D-FF and a common clock pulse input makes 4-bit Register</a:t>
            </a:r>
          </a:p>
          <a:p>
            <a:pPr algn="just"/>
            <a:endParaRPr lang="en-US" sz="1200" dirty="0"/>
          </a:p>
          <a:p>
            <a:pPr algn="just"/>
            <a:r>
              <a:rPr lang="en-US" b="1" u="sng" dirty="0"/>
              <a:t>Function: </a:t>
            </a:r>
            <a:r>
              <a:rPr lang="en-US" dirty="0"/>
              <a:t>CP enables FF, information at the four inputs is transferred into the 4-bit register, 4 O/P’s sampled to obtain the information presently stored in the register.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Cont…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08463"/>
            <a:ext cx="9144000" cy="288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6200" y="4572000"/>
            <a:ext cx="89154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/>
              <a:t>Figure.1:   4-bit Register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Shift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Autofit/>
          </a:bodyPr>
          <a:lstStyle/>
          <a:p>
            <a:pPr algn="just"/>
            <a:r>
              <a:rPr lang="en-US" b="1" u="sng" dirty="0"/>
              <a:t>Definition:</a:t>
            </a:r>
            <a:r>
              <a:rPr lang="en-US" dirty="0"/>
              <a:t> A register capable of shifting its binary information either to the right or to the left is called a shift  register.</a:t>
            </a:r>
          </a:p>
          <a:p>
            <a:pPr algn="just"/>
            <a:endParaRPr lang="en-US" sz="1200" dirty="0"/>
          </a:p>
          <a:p>
            <a:pPr algn="just"/>
            <a:r>
              <a:rPr lang="en-US" b="1" u="sng" dirty="0"/>
              <a:t>Configuration of Shift Register: </a:t>
            </a:r>
            <a:r>
              <a:rPr lang="en-US" dirty="0"/>
              <a:t>Chain of flip flops connected in cascade (output of one FF connected to the input of the next FF)  + All FFs  </a:t>
            </a:r>
            <a:r>
              <a:rPr lang="en-US" dirty="0" err="1"/>
              <a:t>Rxs</a:t>
            </a:r>
            <a:r>
              <a:rPr lang="en-US" dirty="0"/>
              <a:t> common CP causes the shift from one stage to the next.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Shift Register – Construction &amp; Operation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503600"/>
            <a:ext cx="9144000" cy="23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Simplest register is one that uses only flip flops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The Q O/P of given FF is connected to the D-I/P of the FF to its right.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Each CP shifts the contents of the register one bit position to the right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The serial input determines what is to be serially registered.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The serial O/P is taken from the output of the rightmost  FF.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Left to right / Right to left shifting of the content is possible.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Autofit/>
          </a:bodyPr>
          <a:lstStyle/>
          <a:p>
            <a:pPr marL="514350" indent="-514350" algn="just">
              <a:buNone/>
            </a:pPr>
            <a:r>
              <a:rPr lang="en-US" dirty="0"/>
              <a:t>7. Based on as above (6) Shift-right or Shift-Left register.</a:t>
            </a:r>
          </a:p>
          <a:p>
            <a:pPr marL="514350" indent="-514350" algn="just">
              <a:buNone/>
            </a:pPr>
            <a:r>
              <a:rPr lang="en-US" dirty="0"/>
              <a:t>8. For the given D FF, shifting happens during the negative edge of the pulse transition.</a:t>
            </a:r>
          </a:p>
          <a:p>
            <a:pPr marL="514350" indent="-514350" algn="just">
              <a:buNone/>
            </a:pPr>
            <a:r>
              <a:rPr lang="en-US" dirty="0"/>
              <a:t>9. Control of shift register is possible only with certain pulses but not with others</a:t>
            </a:r>
          </a:p>
          <a:p>
            <a:pPr marL="514350" indent="-514350" algn="just">
              <a:buAutoNum type="arabicPeriod" startAt="10"/>
            </a:pPr>
            <a:r>
              <a:rPr lang="en-US" dirty="0"/>
              <a:t>shift operations can be controlled  through the D inputs of the FF rather than CP.</a:t>
            </a:r>
          </a:p>
          <a:p>
            <a:pPr marL="514350" indent="-514350" algn="just">
              <a:buAutoNum type="arabicPeriod" startAt="10"/>
            </a:pPr>
            <a:r>
              <a:rPr lang="en-US" dirty="0"/>
              <a:t> </a:t>
            </a:r>
            <a:r>
              <a:rPr lang="en-US" b="1" u="sng" dirty="0"/>
              <a:t>SI – Input </a:t>
            </a:r>
            <a:r>
              <a:rPr lang="en-US" dirty="0"/>
              <a:t>; </a:t>
            </a:r>
            <a:r>
              <a:rPr lang="en-US" b="1" u="sng" dirty="0"/>
              <a:t>SO- Serial Output</a:t>
            </a:r>
            <a:r>
              <a:rPr lang="en-US" dirty="0"/>
              <a:t>;  hence it is also called as </a:t>
            </a:r>
            <a:r>
              <a:rPr lang="en-US" b="1" u="sng" dirty="0"/>
              <a:t>SISO (Serial In Serial Out Register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Shift Register  Modes: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Autofit/>
          </a:bodyPr>
          <a:lstStyle/>
          <a:p>
            <a:pPr marL="514350" indent="-514350" algn="just">
              <a:buNone/>
            </a:pPr>
            <a:r>
              <a:rPr lang="en-US" dirty="0"/>
              <a:t>1. Serial and Parallel Modes</a:t>
            </a:r>
          </a:p>
          <a:p>
            <a:pPr marL="914400" lvl="1" indent="-514350" algn="just"/>
            <a:r>
              <a:rPr lang="en-US" dirty="0"/>
              <a:t>Serial Mode (Serial In Serial Out, </a:t>
            </a:r>
            <a:r>
              <a:rPr lang="en-US" b="1" u="sng" dirty="0"/>
              <a:t>SISO</a:t>
            </a:r>
            <a:r>
              <a:rPr lang="en-US" dirty="0"/>
              <a:t>):</a:t>
            </a:r>
          </a:p>
          <a:p>
            <a:pPr marL="1314450" lvl="2" indent="-514350" algn="just"/>
            <a:r>
              <a:rPr lang="en-US" dirty="0"/>
              <a:t>The  Reg have a Single Serial Input &amp; Single Serial Output, information is transferred one bit at a time, in the same direction</a:t>
            </a:r>
          </a:p>
          <a:p>
            <a:pPr marL="914400" lvl="1" indent="-514350" algn="just"/>
            <a:r>
              <a:rPr lang="en-US" dirty="0"/>
              <a:t>Parallel mode (Parallel In Parallel Out, </a:t>
            </a:r>
            <a:r>
              <a:rPr lang="en-US" b="1" u="sng" dirty="0"/>
              <a:t>PIPO</a:t>
            </a:r>
            <a:r>
              <a:rPr lang="en-US" dirty="0"/>
              <a:t>):</a:t>
            </a:r>
          </a:p>
          <a:p>
            <a:pPr marL="1314450" lvl="2" indent="-514350" algn="just"/>
            <a:r>
              <a:rPr lang="en-US" dirty="0"/>
              <a:t>All the Reg bits information is loaded in &amp; out in parallel i.e., in a single clock pulse</a:t>
            </a:r>
          </a:p>
          <a:p>
            <a:pPr marL="514350" indent="-514350" algn="just">
              <a:buNone/>
            </a:pPr>
            <a:r>
              <a:rPr lang="en-US" dirty="0"/>
              <a:t>2. Serial &amp; Parallel Combination Mode:</a:t>
            </a:r>
          </a:p>
          <a:p>
            <a:pPr marL="914400" lvl="1" indent="-514350" algn="just"/>
            <a:r>
              <a:rPr lang="en-US" dirty="0"/>
              <a:t>Serial In Parallel Out (</a:t>
            </a:r>
            <a:r>
              <a:rPr lang="en-US" b="1" u="sng" dirty="0"/>
              <a:t>SIPO</a:t>
            </a:r>
            <a:r>
              <a:rPr lang="en-US" dirty="0"/>
              <a:t>) :</a:t>
            </a:r>
          </a:p>
          <a:p>
            <a:pPr marL="1314450" lvl="2" indent="-514350" algn="just"/>
            <a:r>
              <a:rPr lang="en-US" dirty="0"/>
              <a:t>Reg Loaded Serially and send out in parallel</a:t>
            </a:r>
          </a:p>
          <a:p>
            <a:pPr marL="914400" lvl="1" indent="-514350" algn="just"/>
            <a:r>
              <a:rPr lang="en-US" dirty="0"/>
              <a:t>Parallel In Serial Out </a:t>
            </a:r>
            <a:r>
              <a:rPr lang="en-US"/>
              <a:t>(</a:t>
            </a:r>
            <a:r>
              <a:rPr lang="en-US" b="1" u="sng"/>
              <a:t>PISO</a:t>
            </a:r>
            <a:r>
              <a:rPr lang="en-US" dirty="0"/>
              <a:t>);</a:t>
            </a:r>
          </a:p>
          <a:p>
            <a:pPr marL="1314450" lvl="2" indent="-514350" algn="just"/>
            <a:r>
              <a:rPr lang="en-US" dirty="0"/>
              <a:t>Reg Loaded in Parallel and send out serially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Cont… - Defn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Autofit/>
          </a:bodyPr>
          <a:lstStyle/>
          <a:p>
            <a:pPr marL="514350" indent="-514350" algn="just"/>
            <a:r>
              <a:rPr lang="en-US" sz="3600" b="1" u="sng" dirty="0"/>
              <a:t>Bidirectional Shift Register:</a:t>
            </a:r>
            <a:r>
              <a:rPr lang="en-US" sz="3600" dirty="0"/>
              <a:t> A register capable of shifting both right and left is called a bidirectional shift register.</a:t>
            </a:r>
          </a:p>
          <a:p>
            <a:pPr marL="514350" indent="-514350" algn="just"/>
            <a:endParaRPr lang="en-US" sz="800" dirty="0"/>
          </a:p>
          <a:p>
            <a:pPr marL="514350" indent="-514350" algn="just"/>
            <a:r>
              <a:rPr lang="en-US" sz="3600" b="1" u="sng" dirty="0"/>
              <a:t>Unidirectional Shift Register:</a:t>
            </a:r>
            <a:r>
              <a:rPr lang="en-US" sz="3600" dirty="0"/>
              <a:t> A register can shift only one direction is called a </a:t>
            </a:r>
            <a:r>
              <a:rPr lang="en-US" sz="3600" dirty="0" err="1"/>
              <a:t>uni</a:t>
            </a:r>
            <a:r>
              <a:rPr lang="en-US" sz="3600" dirty="0"/>
              <a:t>-directional shift register.</a:t>
            </a:r>
          </a:p>
          <a:p>
            <a:pPr marL="514350" indent="-514350" algn="just"/>
            <a:endParaRPr lang="en-US" sz="1000" dirty="0"/>
          </a:p>
          <a:p>
            <a:pPr marL="514350" indent="-514350" algn="just"/>
            <a:r>
              <a:rPr lang="en-US" sz="3600" b="1" u="sng" dirty="0"/>
              <a:t>Shift Register with Parallel Load:</a:t>
            </a:r>
            <a:r>
              <a:rPr lang="en-US" sz="3600" dirty="0"/>
              <a:t> The register has both shift and Parallel-load capabilities, is called as Shift register with Parallel Load.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1F2D3-9F5D-4823-82F4-34826E9A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Serial-In Parallel-Out shift Register (SIPO) </a:t>
            </a:r>
            <a:br>
              <a:rPr lang="en-US" b="1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ECB013-9F78-4467-9CAF-32FC297AC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066800"/>
            <a:ext cx="5997460" cy="3048264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C6162E-4C80-4F56-8E1A-2E20B8DFC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657600"/>
            <a:ext cx="3652887" cy="31019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44B619-165E-4A55-99B4-30A9E69F4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549" y="4038599"/>
            <a:ext cx="3939881" cy="254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30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28D2D-F618-45D7-86A9-2FABC435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Parallel-In Serial-Out Shift Register (PISO) </a:t>
            </a:r>
            <a:br>
              <a:rPr lang="en-US" b="1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A766EC-EF7B-43EE-B45B-55DE2290C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E757F9-77E1-4243-8508-52A5DD194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04" y="925613"/>
            <a:ext cx="7521592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54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3D07-E8B9-4C00-8CA1-9F7DA37A3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597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Parallel-In Parallel-Out Shift Register (PIPO) 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FC6361-0F7A-44D8-818E-FBB28C80A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23183"/>
            <a:ext cx="8229600" cy="347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52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227" y="-176321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ED6FE-D3E7-4FD8-B1B0-8B178D0836E9}"/>
              </a:ext>
            </a:extLst>
          </p:cNvPr>
          <p:cNvSpPr/>
          <p:nvPr/>
        </p:nvSpPr>
        <p:spPr>
          <a:xfrm>
            <a:off x="0" y="692696"/>
            <a:ext cx="9144000" cy="1673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 Digital Logic and Computer Design by Morris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Mano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Edition, PP-257- 268.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423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3284</TotalTime>
  <Words>807</Words>
  <Application>Microsoft Office PowerPoint</Application>
  <PresentationFormat>On-screen Show (4:3)</PresentationFormat>
  <Paragraphs>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Unit- 6  Sequential Logic Circuits Applications</vt:lpstr>
      <vt:lpstr>Outline</vt:lpstr>
      <vt:lpstr>Applications of sequential Logic Circuits</vt:lpstr>
      <vt:lpstr>Register</vt:lpstr>
      <vt:lpstr>Counters</vt:lpstr>
      <vt:lpstr>Memories</vt:lpstr>
      <vt:lpstr>Registers - Detail</vt:lpstr>
      <vt:lpstr>Cont…</vt:lpstr>
      <vt:lpstr>Shift Registers</vt:lpstr>
      <vt:lpstr>Shift Register – Construction &amp; Operation</vt:lpstr>
      <vt:lpstr>Cont…</vt:lpstr>
      <vt:lpstr>Cont…</vt:lpstr>
      <vt:lpstr>Shift Register  Modes:</vt:lpstr>
      <vt:lpstr>Cont… - Defn</vt:lpstr>
      <vt:lpstr>Serial-In Parallel-Out shift Register (SIPO)  </vt:lpstr>
      <vt:lpstr>Parallel-In Serial-Out Shift Register (PISO)  </vt:lpstr>
      <vt:lpstr>Parallel-In Parallel-Out Shift Register (PIPO)  </vt:lpstr>
      <vt:lpstr>References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7 Timer Programming: </dc:title>
  <dc:creator>Vijay Kumar</dc:creator>
  <cp:lastModifiedBy>Swapnil Bagwari</cp:lastModifiedBy>
  <cp:revision>852</cp:revision>
  <dcterms:created xsi:type="dcterms:W3CDTF">2019-03-15T04:25:42Z</dcterms:created>
  <dcterms:modified xsi:type="dcterms:W3CDTF">2022-12-22T14:18:30Z</dcterms:modified>
</cp:coreProperties>
</file>