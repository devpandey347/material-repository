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3"/>
  </p:notesMasterIdLst>
  <p:sldIdLst>
    <p:sldId id="256" r:id="rId2"/>
    <p:sldId id="257" r:id="rId3"/>
    <p:sldId id="258" r:id="rId4"/>
    <p:sldId id="279" r:id="rId5"/>
    <p:sldId id="272" r:id="rId6"/>
    <p:sldId id="276" r:id="rId7"/>
    <p:sldId id="277" r:id="rId8"/>
    <p:sldId id="278" r:id="rId9"/>
    <p:sldId id="280" r:id="rId10"/>
    <p:sldId id="273" r:id="rId11"/>
    <p:sldId id="259" r:id="rId12"/>
    <p:sldId id="260" r:id="rId13"/>
    <p:sldId id="263" r:id="rId14"/>
    <p:sldId id="281" r:id="rId15"/>
    <p:sldId id="282" r:id="rId16"/>
    <p:sldId id="265" r:id="rId17"/>
    <p:sldId id="283" r:id="rId18"/>
    <p:sldId id="266" r:id="rId19"/>
    <p:sldId id="267" r:id="rId20"/>
    <p:sldId id="268" r:id="rId21"/>
    <p:sldId id="275" r:id="rId22"/>
    <p:sldId id="269" r:id="rId23"/>
    <p:sldId id="274" r:id="rId24"/>
    <p:sldId id="289" r:id="rId25"/>
    <p:sldId id="290" r:id="rId26"/>
    <p:sldId id="284" r:id="rId27"/>
    <p:sldId id="285" r:id="rId28"/>
    <p:sldId id="286" r:id="rId29"/>
    <p:sldId id="287" r:id="rId30"/>
    <p:sldId id="288" r:id="rId31"/>
    <p:sldId id="270"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2" d="100"/>
          <a:sy n="72" d="100"/>
        </p:scale>
        <p:origin x="-552" y="-3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113110F-BA27-435B-978E-22BBB4E6517B}" type="doc">
      <dgm:prSet loTypeId="urn:microsoft.com/office/officeart/2009/3/layout/IncreasingArrowsProcess" loCatId="process" qsTypeId="urn:microsoft.com/office/officeart/2005/8/quickstyle/simple1" qsCatId="simple" csTypeId="urn:microsoft.com/office/officeart/2005/8/colors/colorful2" csCatId="colorful" phldr="1"/>
      <dgm:spPr/>
      <dgm:t>
        <a:bodyPr/>
        <a:lstStyle/>
        <a:p>
          <a:endParaRPr lang="en-US"/>
        </a:p>
      </dgm:t>
    </dgm:pt>
    <dgm:pt modelId="{CF3CF4A0-F93B-4D80-8941-10F02E68CCFF}">
      <dgm:prSet phldrT="[Text]"/>
      <dgm:spPr/>
      <dgm:t>
        <a:bodyPr/>
        <a:lstStyle/>
        <a:p>
          <a:r>
            <a:rPr lang="en-US" dirty="0"/>
            <a:t>Phase 1</a:t>
          </a:r>
        </a:p>
      </dgm:t>
    </dgm:pt>
    <dgm:pt modelId="{FFF310CB-D751-4F05-8F44-32C9D3A16E5A}" type="parTrans" cxnId="{52A29E3D-7E64-4FC0-9AEE-A08236C242A7}">
      <dgm:prSet/>
      <dgm:spPr/>
      <dgm:t>
        <a:bodyPr/>
        <a:lstStyle/>
        <a:p>
          <a:endParaRPr lang="en-US"/>
        </a:p>
      </dgm:t>
    </dgm:pt>
    <dgm:pt modelId="{746CFA05-8070-49BB-A021-DBB1E8F88638}" type="sibTrans" cxnId="{52A29E3D-7E64-4FC0-9AEE-A08236C242A7}">
      <dgm:prSet/>
      <dgm:spPr/>
      <dgm:t>
        <a:bodyPr/>
        <a:lstStyle/>
        <a:p>
          <a:endParaRPr lang="en-US"/>
        </a:p>
      </dgm:t>
    </dgm:pt>
    <dgm:pt modelId="{A26D2095-A96A-4508-96E6-19C12592CECE}">
      <dgm:prSet phldrT="[Text]"/>
      <dgm:spPr/>
      <dgm:t>
        <a:bodyPr/>
        <a:lstStyle/>
        <a:p>
          <a:r>
            <a:rPr lang="en-US" dirty="0"/>
            <a:t>Manual Prototyping</a:t>
          </a:r>
        </a:p>
      </dgm:t>
    </dgm:pt>
    <dgm:pt modelId="{0C0BCB6C-2618-4ED0-A029-F127A3A21113}" type="parTrans" cxnId="{E9605F7E-A3A7-4B30-8E8A-EC4963A0BA6B}">
      <dgm:prSet/>
      <dgm:spPr/>
      <dgm:t>
        <a:bodyPr/>
        <a:lstStyle/>
        <a:p>
          <a:endParaRPr lang="en-US"/>
        </a:p>
      </dgm:t>
    </dgm:pt>
    <dgm:pt modelId="{74171D3A-7FC5-4CA6-AA24-2E127633D3DB}" type="sibTrans" cxnId="{E9605F7E-A3A7-4B30-8E8A-EC4963A0BA6B}">
      <dgm:prSet/>
      <dgm:spPr/>
      <dgm:t>
        <a:bodyPr/>
        <a:lstStyle/>
        <a:p>
          <a:endParaRPr lang="en-US"/>
        </a:p>
      </dgm:t>
    </dgm:pt>
    <dgm:pt modelId="{F8BB9D4B-871C-4A77-B8B8-996A3DAE55D5}">
      <dgm:prSet phldrT="[Text]"/>
      <dgm:spPr/>
      <dgm:t>
        <a:bodyPr/>
        <a:lstStyle/>
        <a:p>
          <a:r>
            <a:rPr lang="en-US" dirty="0"/>
            <a:t>Phase 2</a:t>
          </a:r>
        </a:p>
      </dgm:t>
    </dgm:pt>
    <dgm:pt modelId="{17673A2C-5CF8-4072-A6FD-8145F380D9CB}" type="parTrans" cxnId="{15AD8622-8EF2-454E-8E7D-19F67C78911F}">
      <dgm:prSet/>
      <dgm:spPr/>
      <dgm:t>
        <a:bodyPr/>
        <a:lstStyle/>
        <a:p>
          <a:endParaRPr lang="en-US"/>
        </a:p>
      </dgm:t>
    </dgm:pt>
    <dgm:pt modelId="{04BA413C-4BC1-4ABD-8FEA-63B67FDF67AB}" type="sibTrans" cxnId="{15AD8622-8EF2-454E-8E7D-19F67C78911F}">
      <dgm:prSet/>
      <dgm:spPr/>
      <dgm:t>
        <a:bodyPr/>
        <a:lstStyle/>
        <a:p>
          <a:endParaRPr lang="en-US"/>
        </a:p>
      </dgm:t>
    </dgm:pt>
    <dgm:pt modelId="{0DDC08D9-3A40-41EC-9108-3848A3A9A540}">
      <dgm:prSet phldrT="[Text]"/>
      <dgm:spPr/>
      <dgm:t>
        <a:bodyPr/>
        <a:lstStyle/>
        <a:p>
          <a:r>
            <a:rPr lang="en-US" dirty="0"/>
            <a:t>Soft or Virtual Prototyping</a:t>
          </a:r>
        </a:p>
      </dgm:t>
    </dgm:pt>
    <dgm:pt modelId="{4459ED34-C3F4-4E44-88E8-5CCE65506859}" type="parTrans" cxnId="{9D78EF7C-BF83-43A2-AB74-A785FA1D2426}">
      <dgm:prSet/>
      <dgm:spPr/>
      <dgm:t>
        <a:bodyPr/>
        <a:lstStyle/>
        <a:p>
          <a:endParaRPr lang="en-US"/>
        </a:p>
      </dgm:t>
    </dgm:pt>
    <dgm:pt modelId="{7BA517B9-346F-42F0-917D-7712865EBBC7}" type="sibTrans" cxnId="{9D78EF7C-BF83-43A2-AB74-A785FA1D2426}">
      <dgm:prSet/>
      <dgm:spPr/>
      <dgm:t>
        <a:bodyPr/>
        <a:lstStyle/>
        <a:p>
          <a:endParaRPr lang="en-US"/>
        </a:p>
      </dgm:t>
    </dgm:pt>
    <dgm:pt modelId="{BE8DC25C-0BCB-4A99-BAC4-8C111B353958}">
      <dgm:prSet phldrT="[Text]"/>
      <dgm:spPr/>
      <dgm:t>
        <a:bodyPr/>
        <a:lstStyle/>
        <a:p>
          <a:r>
            <a:rPr lang="en-US" dirty="0"/>
            <a:t>Phase 3</a:t>
          </a:r>
        </a:p>
      </dgm:t>
    </dgm:pt>
    <dgm:pt modelId="{ABE89739-64B9-43B4-A53F-8609B82115B5}" type="parTrans" cxnId="{652A4ED9-6C98-4DC5-88BA-630F6E7CFFEB}">
      <dgm:prSet/>
      <dgm:spPr/>
      <dgm:t>
        <a:bodyPr/>
        <a:lstStyle/>
        <a:p>
          <a:endParaRPr lang="en-US"/>
        </a:p>
      </dgm:t>
    </dgm:pt>
    <dgm:pt modelId="{C0F1E8AF-53EA-45BA-B853-7B41A1849F8A}" type="sibTrans" cxnId="{652A4ED9-6C98-4DC5-88BA-630F6E7CFFEB}">
      <dgm:prSet/>
      <dgm:spPr/>
      <dgm:t>
        <a:bodyPr/>
        <a:lstStyle/>
        <a:p>
          <a:endParaRPr lang="en-US"/>
        </a:p>
      </dgm:t>
    </dgm:pt>
    <dgm:pt modelId="{F38D7121-BF18-45BE-93B9-03F30B1A5040}">
      <dgm:prSet phldrT="[Text]"/>
      <dgm:spPr/>
      <dgm:t>
        <a:bodyPr/>
        <a:lstStyle/>
        <a:p>
          <a:r>
            <a:rPr lang="en-US" dirty="0"/>
            <a:t>Rapid Prototyping</a:t>
          </a:r>
        </a:p>
      </dgm:t>
    </dgm:pt>
    <dgm:pt modelId="{AAA6127C-8174-4139-B045-C717D51B4FDF}" type="parTrans" cxnId="{D6A26F70-322F-4AF9-895B-23AF9937F100}">
      <dgm:prSet/>
      <dgm:spPr/>
      <dgm:t>
        <a:bodyPr/>
        <a:lstStyle/>
        <a:p>
          <a:endParaRPr lang="en-US"/>
        </a:p>
      </dgm:t>
    </dgm:pt>
    <dgm:pt modelId="{309BA7E4-19B4-44B9-A2C1-EECF836B5588}" type="sibTrans" cxnId="{D6A26F70-322F-4AF9-895B-23AF9937F100}">
      <dgm:prSet/>
      <dgm:spPr/>
      <dgm:t>
        <a:bodyPr/>
        <a:lstStyle/>
        <a:p>
          <a:endParaRPr lang="en-US"/>
        </a:p>
      </dgm:t>
    </dgm:pt>
    <dgm:pt modelId="{0128238B-65FF-4401-B62F-5E1648DA7F9D}" type="pres">
      <dgm:prSet presAssocID="{2113110F-BA27-435B-978E-22BBB4E6517B}" presName="Name0" presStyleCnt="0">
        <dgm:presLayoutVars>
          <dgm:chMax val="5"/>
          <dgm:chPref val="5"/>
          <dgm:dir/>
          <dgm:animLvl val="lvl"/>
        </dgm:presLayoutVars>
      </dgm:prSet>
      <dgm:spPr/>
      <dgm:t>
        <a:bodyPr/>
        <a:lstStyle/>
        <a:p>
          <a:endParaRPr lang="en-IN"/>
        </a:p>
      </dgm:t>
    </dgm:pt>
    <dgm:pt modelId="{66BF1145-0815-4835-BAEB-3A247C37E9E3}" type="pres">
      <dgm:prSet presAssocID="{CF3CF4A0-F93B-4D80-8941-10F02E68CCFF}" presName="parentText1" presStyleLbl="node1" presStyleIdx="0" presStyleCnt="3">
        <dgm:presLayoutVars>
          <dgm:chMax/>
          <dgm:chPref val="3"/>
          <dgm:bulletEnabled val="1"/>
        </dgm:presLayoutVars>
      </dgm:prSet>
      <dgm:spPr/>
      <dgm:t>
        <a:bodyPr/>
        <a:lstStyle/>
        <a:p>
          <a:endParaRPr lang="en-IN"/>
        </a:p>
      </dgm:t>
    </dgm:pt>
    <dgm:pt modelId="{3FBB8CA8-B6EF-4F64-B90F-3BCD21F5EAE1}" type="pres">
      <dgm:prSet presAssocID="{CF3CF4A0-F93B-4D80-8941-10F02E68CCFF}" presName="childText1" presStyleLbl="solidAlignAcc1" presStyleIdx="0" presStyleCnt="3">
        <dgm:presLayoutVars>
          <dgm:chMax val="0"/>
          <dgm:chPref val="0"/>
          <dgm:bulletEnabled val="1"/>
        </dgm:presLayoutVars>
      </dgm:prSet>
      <dgm:spPr/>
      <dgm:t>
        <a:bodyPr/>
        <a:lstStyle/>
        <a:p>
          <a:endParaRPr lang="en-IN"/>
        </a:p>
      </dgm:t>
    </dgm:pt>
    <dgm:pt modelId="{3B15FCA1-2C80-4674-A29B-C93D70EC2A71}" type="pres">
      <dgm:prSet presAssocID="{F8BB9D4B-871C-4A77-B8B8-996A3DAE55D5}" presName="parentText2" presStyleLbl="node1" presStyleIdx="1" presStyleCnt="3">
        <dgm:presLayoutVars>
          <dgm:chMax/>
          <dgm:chPref val="3"/>
          <dgm:bulletEnabled val="1"/>
        </dgm:presLayoutVars>
      </dgm:prSet>
      <dgm:spPr/>
      <dgm:t>
        <a:bodyPr/>
        <a:lstStyle/>
        <a:p>
          <a:endParaRPr lang="en-IN"/>
        </a:p>
      </dgm:t>
    </dgm:pt>
    <dgm:pt modelId="{391E964D-0BD8-4A7A-A82E-68A57C4914E0}" type="pres">
      <dgm:prSet presAssocID="{F8BB9D4B-871C-4A77-B8B8-996A3DAE55D5}" presName="childText2" presStyleLbl="solidAlignAcc1" presStyleIdx="1" presStyleCnt="3">
        <dgm:presLayoutVars>
          <dgm:chMax val="0"/>
          <dgm:chPref val="0"/>
          <dgm:bulletEnabled val="1"/>
        </dgm:presLayoutVars>
      </dgm:prSet>
      <dgm:spPr/>
      <dgm:t>
        <a:bodyPr/>
        <a:lstStyle/>
        <a:p>
          <a:endParaRPr lang="en-IN"/>
        </a:p>
      </dgm:t>
    </dgm:pt>
    <dgm:pt modelId="{57F18E53-5808-44ED-BD85-8505A24D6E15}" type="pres">
      <dgm:prSet presAssocID="{BE8DC25C-0BCB-4A99-BAC4-8C111B353958}" presName="parentText3" presStyleLbl="node1" presStyleIdx="2" presStyleCnt="3">
        <dgm:presLayoutVars>
          <dgm:chMax/>
          <dgm:chPref val="3"/>
          <dgm:bulletEnabled val="1"/>
        </dgm:presLayoutVars>
      </dgm:prSet>
      <dgm:spPr/>
      <dgm:t>
        <a:bodyPr/>
        <a:lstStyle/>
        <a:p>
          <a:endParaRPr lang="en-IN"/>
        </a:p>
      </dgm:t>
    </dgm:pt>
    <dgm:pt modelId="{9479F304-3EFE-4381-8C48-4962A3114B8C}" type="pres">
      <dgm:prSet presAssocID="{BE8DC25C-0BCB-4A99-BAC4-8C111B353958}" presName="childText3" presStyleLbl="solidAlignAcc1" presStyleIdx="2" presStyleCnt="3">
        <dgm:presLayoutVars>
          <dgm:chMax val="0"/>
          <dgm:chPref val="0"/>
          <dgm:bulletEnabled val="1"/>
        </dgm:presLayoutVars>
      </dgm:prSet>
      <dgm:spPr/>
      <dgm:t>
        <a:bodyPr/>
        <a:lstStyle/>
        <a:p>
          <a:endParaRPr lang="en-IN"/>
        </a:p>
      </dgm:t>
    </dgm:pt>
  </dgm:ptLst>
  <dgm:cxnLst>
    <dgm:cxn modelId="{5F733412-F54C-41D1-857A-D81653BC2120}" type="presOf" srcId="{F38D7121-BF18-45BE-93B9-03F30B1A5040}" destId="{9479F304-3EFE-4381-8C48-4962A3114B8C}" srcOrd="0" destOrd="0" presId="urn:microsoft.com/office/officeart/2009/3/layout/IncreasingArrowsProcess"/>
    <dgm:cxn modelId="{E9605F7E-A3A7-4B30-8E8A-EC4963A0BA6B}" srcId="{CF3CF4A0-F93B-4D80-8941-10F02E68CCFF}" destId="{A26D2095-A96A-4508-96E6-19C12592CECE}" srcOrd="0" destOrd="0" parTransId="{0C0BCB6C-2618-4ED0-A029-F127A3A21113}" sibTransId="{74171D3A-7FC5-4CA6-AA24-2E127633D3DB}"/>
    <dgm:cxn modelId="{FD30926C-1DB5-4E29-A259-C9FFFA7B8A15}" type="presOf" srcId="{F8BB9D4B-871C-4A77-B8B8-996A3DAE55D5}" destId="{3B15FCA1-2C80-4674-A29B-C93D70EC2A71}" srcOrd="0" destOrd="0" presId="urn:microsoft.com/office/officeart/2009/3/layout/IncreasingArrowsProcess"/>
    <dgm:cxn modelId="{BCC73C9C-C7EE-45B4-B535-18493D5722B0}" type="presOf" srcId="{BE8DC25C-0BCB-4A99-BAC4-8C111B353958}" destId="{57F18E53-5808-44ED-BD85-8505A24D6E15}" srcOrd="0" destOrd="0" presId="urn:microsoft.com/office/officeart/2009/3/layout/IncreasingArrowsProcess"/>
    <dgm:cxn modelId="{F0C2606B-5989-4B1E-A1AE-C93812E5FF22}" type="presOf" srcId="{2113110F-BA27-435B-978E-22BBB4E6517B}" destId="{0128238B-65FF-4401-B62F-5E1648DA7F9D}" srcOrd="0" destOrd="0" presId="urn:microsoft.com/office/officeart/2009/3/layout/IncreasingArrowsProcess"/>
    <dgm:cxn modelId="{3F502846-B48F-4C0D-ACE4-851A55D658C2}" type="presOf" srcId="{A26D2095-A96A-4508-96E6-19C12592CECE}" destId="{3FBB8CA8-B6EF-4F64-B90F-3BCD21F5EAE1}" srcOrd="0" destOrd="0" presId="urn:microsoft.com/office/officeart/2009/3/layout/IncreasingArrowsProcess"/>
    <dgm:cxn modelId="{652A4ED9-6C98-4DC5-88BA-630F6E7CFFEB}" srcId="{2113110F-BA27-435B-978E-22BBB4E6517B}" destId="{BE8DC25C-0BCB-4A99-BAC4-8C111B353958}" srcOrd="2" destOrd="0" parTransId="{ABE89739-64B9-43B4-A53F-8609B82115B5}" sibTransId="{C0F1E8AF-53EA-45BA-B853-7B41A1849F8A}"/>
    <dgm:cxn modelId="{D6A26F70-322F-4AF9-895B-23AF9937F100}" srcId="{BE8DC25C-0BCB-4A99-BAC4-8C111B353958}" destId="{F38D7121-BF18-45BE-93B9-03F30B1A5040}" srcOrd="0" destOrd="0" parTransId="{AAA6127C-8174-4139-B045-C717D51B4FDF}" sibTransId="{309BA7E4-19B4-44B9-A2C1-EECF836B5588}"/>
    <dgm:cxn modelId="{F4BC0173-7652-4842-862C-782143CD0398}" type="presOf" srcId="{CF3CF4A0-F93B-4D80-8941-10F02E68CCFF}" destId="{66BF1145-0815-4835-BAEB-3A247C37E9E3}" srcOrd="0" destOrd="0" presId="urn:microsoft.com/office/officeart/2009/3/layout/IncreasingArrowsProcess"/>
    <dgm:cxn modelId="{9D78EF7C-BF83-43A2-AB74-A785FA1D2426}" srcId="{F8BB9D4B-871C-4A77-B8B8-996A3DAE55D5}" destId="{0DDC08D9-3A40-41EC-9108-3848A3A9A540}" srcOrd="0" destOrd="0" parTransId="{4459ED34-C3F4-4E44-88E8-5CCE65506859}" sibTransId="{7BA517B9-346F-42F0-917D-7712865EBBC7}"/>
    <dgm:cxn modelId="{15AD8622-8EF2-454E-8E7D-19F67C78911F}" srcId="{2113110F-BA27-435B-978E-22BBB4E6517B}" destId="{F8BB9D4B-871C-4A77-B8B8-996A3DAE55D5}" srcOrd="1" destOrd="0" parTransId="{17673A2C-5CF8-4072-A6FD-8145F380D9CB}" sibTransId="{04BA413C-4BC1-4ABD-8FEA-63B67FDF67AB}"/>
    <dgm:cxn modelId="{52A29E3D-7E64-4FC0-9AEE-A08236C242A7}" srcId="{2113110F-BA27-435B-978E-22BBB4E6517B}" destId="{CF3CF4A0-F93B-4D80-8941-10F02E68CCFF}" srcOrd="0" destOrd="0" parTransId="{FFF310CB-D751-4F05-8F44-32C9D3A16E5A}" sibTransId="{746CFA05-8070-49BB-A021-DBB1E8F88638}"/>
    <dgm:cxn modelId="{945C25F0-0728-4A91-AD44-7870D58E832B}" type="presOf" srcId="{0DDC08D9-3A40-41EC-9108-3848A3A9A540}" destId="{391E964D-0BD8-4A7A-A82E-68A57C4914E0}" srcOrd="0" destOrd="0" presId="urn:microsoft.com/office/officeart/2009/3/layout/IncreasingArrowsProcess"/>
    <dgm:cxn modelId="{EEFF8F6F-BA92-4438-B151-03EB636E9169}" type="presParOf" srcId="{0128238B-65FF-4401-B62F-5E1648DA7F9D}" destId="{66BF1145-0815-4835-BAEB-3A247C37E9E3}" srcOrd="0" destOrd="0" presId="urn:microsoft.com/office/officeart/2009/3/layout/IncreasingArrowsProcess"/>
    <dgm:cxn modelId="{3C629DB9-E926-44E4-A41F-9619E952CC69}" type="presParOf" srcId="{0128238B-65FF-4401-B62F-5E1648DA7F9D}" destId="{3FBB8CA8-B6EF-4F64-B90F-3BCD21F5EAE1}" srcOrd="1" destOrd="0" presId="urn:microsoft.com/office/officeart/2009/3/layout/IncreasingArrowsProcess"/>
    <dgm:cxn modelId="{057EA69D-5D80-473F-97C6-EEBA050DF382}" type="presParOf" srcId="{0128238B-65FF-4401-B62F-5E1648DA7F9D}" destId="{3B15FCA1-2C80-4674-A29B-C93D70EC2A71}" srcOrd="2" destOrd="0" presId="urn:microsoft.com/office/officeart/2009/3/layout/IncreasingArrowsProcess"/>
    <dgm:cxn modelId="{37D8B9F5-E669-4CC4-A739-C6F738F400E6}" type="presParOf" srcId="{0128238B-65FF-4401-B62F-5E1648DA7F9D}" destId="{391E964D-0BD8-4A7A-A82E-68A57C4914E0}" srcOrd="3" destOrd="0" presId="urn:microsoft.com/office/officeart/2009/3/layout/IncreasingArrowsProcess"/>
    <dgm:cxn modelId="{F85F6533-EA5C-4C60-ADEA-2F3A00E9951E}" type="presParOf" srcId="{0128238B-65FF-4401-B62F-5E1648DA7F9D}" destId="{57F18E53-5808-44ED-BD85-8505A24D6E15}" srcOrd="4" destOrd="0" presId="urn:microsoft.com/office/officeart/2009/3/layout/IncreasingArrowsProcess"/>
    <dgm:cxn modelId="{E539302B-E743-484E-8CCC-3F92BD7FF54A}" type="presParOf" srcId="{0128238B-65FF-4401-B62F-5E1648DA7F9D}" destId="{9479F304-3EFE-4381-8C48-4962A3114B8C}" srcOrd="5" destOrd="0" presId="urn:microsoft.com/office/officeart/2009/3/layout/IncreasingArrows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2588B2B-6E08-4476-80AD-942CA22900B1}" type="doc">
      <dgm:prSet loTypeId="urn:microsoft.com/office/officeart/2005/8/layout/radial6" loCatId="relationship" qsTypeId="urn:microsoft.com/office/officeart/2005/8/quickstyle/simple1" qsCatId="simple" csTypeId="urn:microsoft.com/office/officeart/2005/8/colors/accent0_3" csCatId="mainScheme" phldr="1"/>
      <dgm:spPr/>
      <dgm:t>
        <a:bodyPr/>
        <a:lstStyle/>
        <a:p>
          <a:endParaRPr lang="en-US"/>
        </a:p>
      </dgm:t>
    </dgm:pt>
    <dgm:pt modelId="{B0307F4C-CE20-42FD-BB45-AFDB8C7AE2AF}">
      <dgm:prSet phldrT="[Text]"/>
      <dgm:spPr/>
      <dgm:t>
        <a:bodyPr/>
        <a:lstStyle/>
        <a:p>
          <a:r>
            <a:rPr lang="en-US" dirty="0"/>
            <a:t>Rapid Prototyping</a:t>
          </a:r>
        </a:p>
      </dgm:t>
    </dgm:pt>
    <dgm:pt modelId="{7A39F117-99C5-49EE-BF18-CEFD64D95A14}" type="parTrans" cxnId="{07D13B13-0A09-4A0D-9D7A-8A82B5CCF069}">
      <dgm:prSet/>
      <dgm:spPr/>
      <dgm:t>
        <a:bodyPr/>
        <a:lstStyle/>
        <a:p>
          <a:endParaRPr lang="en-US"/>
        </a:p>
      </dgm:t>
    </dgm:pt>
    <dgm:pt modelId="{8574694B-5331-4DB5-8C07-E5BEF55D6FE8}" type="sibTrans" cxnId="{07D13B13-0A09-4A0D-9D7A-8A82B5CCF069}">
      <dgm:prSet/>
      <dgm:spPr/>
      <dgm:t>
        <a:bodyPr/>
        <a:lstStyle/>
        <a:p>
          <a:endParaRPr lang="en-US"/>
        </a:p>
      </dgm:t>
    </dgm:pt>
    <dgm:pt modelId="{25B2ABB4-FABA-4CC4-9739-7852FD638A65}">
      <dgm:prSet phldrT="[Text]"/>
      <dgm:spPr/>
      <dgm:t>
        <a:bodyPr/>
        <a:lstStyle/>
        <a:p>
          <a:r>
            <a:rPr lang="en-US" dirty="0"/>
            <a:t>Input</a:t>
          </a:r>
        </a:p>
      </dgm:t>
    </dgm:pt>
    <dgm:pt modelId="{23047F2C-C1BD-43C3-B017-E1D8ECFB8677}" type="parTrans" cxnId="{0595F35D-4452-4949-9E78-04E8FFE233A0}">
      <dgm:prSet/>
      <dgm:spPr/>
      <dgm:t>
        <a:bodyPr/>
        <a:lstStyle/>
        <a:p>
          <a:endParaRPr lang="en-US"/>
        </a:p>
      </dgm:t>
    </dgm:pt>
    <dgm:pt modelId="{4A223C7B-5B95-4C55-9CA6-90C126F0D381}" type="sibTrans" cxnId="{0595F35D-4452-4949-9E78-04E8FFE233A0}">
      <dgm:prSet/>
      <dgm:spPr/>
      <dgm:t>
        <a:bodyPr/>
        <a:lstStyle/>
        <a:p>
          <a:endParaRPr lang="en-US"/>
        </a:p>
      </dgm:t>
    </dgm:pt>
    <dgm:pt modelId="{FDF6E3FA-275D-4EC4-BC84-439616F4EC63}">
      <dgm:prSet phldrT="[Text]"/>
      <dgm:spPr/>
      <dgm:t>
        <a:bodyPr/>
        <a:lstStyle/>
        <a:p>
          <a:r>
            <a:rPr lang="en-US" dirty="0"/>
            <a:t>Method</a:t>
          </a:r>
        </a:p>
      </dgm:t>
    </dgm:pt>
    <dgm:pt modelId="{C24E2779-FF13-42E8-827B-F0FFF64181EC}" type="parTrans" cxnId="{5F4D410F-1E11-4BEA-8F0A-46BE18298D78}">
      <dgm:prSet/>
      <dgm:spPr/>
      <dgm:t>
        <a:bodyPr/>
        <a:lstStyle/>
        <a:p>
          <a:endParaRPr lang="en-US"/>
        </a:p>
      </dgm:t>
    </dgm:pt>
    <dgm:pt modelId="{CA597F3B-3E10-448C-8234-320A58EEF8A0}" type="sibTrans" cxnId="{5F4D410F-1E11-4BEA-8F0A-46BE18298D78}">
      <dgm:prSet/>
      <dgm:spPr/>
      <dgm:t>
        <a:bodyPr/>
        <a:lstStyle/>
        <a:p>
          <a:endParaRPr lang="en-US"/>
        </a:p>
      </dgm:t>
    </dgm:pt>
    <dgm:pt modelId="{6837D0C5-3163-45C5-A361-DF2491F88943}">
      <dgm:prSet phldrT="[Text]"/>
      <dgm:spPr/>
      <dgm:t>
        <a:bodyPr/>
        <a:lstStyle/>
        <a:p>
          <a:r>
            <a:rPr lang="en-US" dirty="0"/>
            <a:t>Material</a:t>
          </a:r>
        </a:p>
      </dgm:t>
    </dgm:pt>
    <dgm:pt modelId="{15F1F868-F536-49AA-AA0C-22AEE8A6A5FD}" type="parTrans" cxnId="{0E0A29B2-7931-401A-9D21-D796ED9B47DC}">
      <dgm:prSet/>
      <dgm:spPr/>
      <dgm:t>
        <a:bodyPr/>
        <a:lstStyle/>
        <a:p>
          <a:endParaRPr lang="en-US"/>
        </a:p>
      </dgm:t>
    </dgm:pt>
    <dgm:pt modelId="{22B2CA8A-A201-4CEE-AE91-1D358AD666C6}" type="sibTrans" cxnId="{0E0A29B2-7931-401A-9D21-D796ED9B47DC}">
      <dgm:prSet/>
      <dgm:spPr/>
      <dgm:t>
        <a:bodyPr/>
        <a:lstStyle/>
        <a:p>
          <a:endParaRPr lang="en-US"/>
        </a:p>
      </dgm:t>
    </dgm:pt>
    <dgm:pt modelId="{C0AF39B6-7CF5-4030-B5F1-A27A55D8FA2E}">
      <dgm:prSet phldrT="[Text]"/>
      <dgm:spPr/>
      <dgm:t>
        <a:bodyPr/>
        <a:lstStyle/>
        <a:p>
          <a:r>
            <a:rPr lang="en-US" dirty="0"/>
            <a:t>Application</a:t>
          </a:r>
        </a:p>
      </dgm:t>
    </dgm:pt>
    <dgm:pt modelId="{D8C0F095-A638-46D2-A3E3-FF90AA734208}" type="parTrans" cxnId="{98F54C79-310F-4308-A099-09A2A26E3D6D}">
      <dgm:prSet/>
      <dgm:spPr/>
      <dgm:t>
        <a:bodyPr/>
        <a:lstStyle/>
        <a:p>
          <a:endParaRPr lang="en-US"/>
        </a:p>
      </dgm:t>
    </dgm:pt>
    <dgm:pt modelId="{68DBEAC1-7AA7-4E81-ADB7-1A39B6BF2C38}" type="sibTrans" cxnId="{98F54C79-310F-4308-A099-09A2A26E3D6D}">
      <dgm:prSet/>
      <dgm:spPr/>
      <dgm:t>
        <a:bodyPr/>
        <a:lstStyle/>
        <a:p>
          <a:endParaRPr lang="en-US"/>
        </a:p>
      </dgm:t>
    </dgm:pt>
    <dgm:pt modelId="{B4CBBCB7-1B99-42D3-923F-949850093DF1}" type="pres">
      <dgm:prSet presAssocID="{22588B2B-6E08-4476-80AD-942CA22900B1}" presName="Name0" presStyleCnt="0">
        <dgm:presLayoutVars>
          <dgm:chMax val="1"/>
          <dgm:dir/>
          <dgm:animLvl val="ctr"/>
          <dgm:resizeHandles val="exact"/>
        </dgm:presLayoutVars>
      </dgm:prSet>
      <dgm:spPr/>
      <dgm:t>
        <a:bodyPr/>
        <a:lstStyle/>
        <a:p>
          <a:endParaRPr lang="en-IN"/>
        </a:p>
      </dgm:t>
    </dgm:pt>
    <dgm:pt modelId="{CDC563D0-0690-42F3-A0F3-2B2DF27B7373}" type="pres">
      <dgm:prSet presAssocID="{B0307F4C-CE20-42FD-BB45-AFDB8C7AE2AF}" presName="centerShape" presStyleLbl="node0" presStyleIdx="0" presStyleCnt="1"/>
      <dgm:spPr/>
      <dgm:t>
        <a:bodyPr/>
        <a:lstStyle/>
        <a:p>
          <a:endParaRPr lang="en-IN"/>
        </a:p>
      </dgm:t>
    </dgm:pt>
    <dgm:pt modelId="{3F266607-3C8B-4FD1-B6C9-D2428E8E97AE}" type="pres">
      <dgm:prSet presAssocID="{25B2ABB4-FABA-4CC4-9739-7852FD638A65}" presName="node" presStyleLbl="node1" presStyleIdx="0" presStyleCnt="4">
        <dgm:presLayoutVars>
          <dgm:bulletEnabled val="1"/>
        </dgm:presLayoutVars>
      </dgm:prSet>
      <dgm:spPr/>
      <dgm:t>
        <a:bodyPr/>
        <a:lstStyle/>
        <a:p>
          <a:endParaRPr lang="en-IN"/>
        </a:p>
      </dgm:t>
    </dgm:pt>
    <dgm:pt modelId="{36CC2763-E7B6-4D8E-9151-7E7993868DC9}" type="pres">
      <dgm:prSet presAssocID="{25B2ABB4-FABA-4CC4-9739-7852FD638A65}" presName="dummy" presStyleCnt="0"/>
      <dgm:spPr/>
    </dgm:pt>
    <dgm:pt modelId="{9293C9E8-9372-4488-B3EA-B1B0CF5AED55}" type="pres">
      <dgm:prSet presAssocID="{4A223C7B-5B95-4C55-9CA6-90C126F0D381}" presName="sibTrans" presStyleLbl="sibTrans2D1" presStyleIdx="0" presStyleCnt="4"/>
      <dgm:spPr/>
      <dgm:t>
        <a:bodyPr/>
        <a:lstStyle/>
        <a:p>
          <a:endParaRPr lang="en-IN"/>
        </a:p>
      </dgm:t>
    </dgm:pt>
    <dgm:pt modelId="{0C2E8444-BB96-4587-A91B-17209E7D9C4D}" type="pres">
      <dgm:prSet presAssocID="{FDF6E3FA-275D-4EC4-BC84-439616F4EC63}" presName="node" presStyleLbl="node1" presStyleIdx="1" presStyleCnt="4">
        <dgm:presLayoutVars>
          <dgm:bulletEnabled val="1"/>
        </dgm:presLayoutVars>
      </dgm:prSet>
      <dgm:spPr/>
      <dgm:t>
        <a:bodyPr/>
        <a:lstStyle/>
        <a:p>
          <a:endParaRPr lang="en-IN"/>
        </a:p>
      </dgm:t>
    </dgm:pt>
    <dgm:pt modelId="{B271D57F-E4AA-4BE7-9668-372141799671}" type="pres">
      <dgm:prSet presAssocID="{FDF6E3FA-275D-4EC4-BC84-439616F4EC63}" presName="dummy" presStyleCnt="0"/>
      <dgm:spPr/>
    </dgm:pt>
    <dgm:pt modelId="{2A082E75-3BE1-48F2-9407-542CB6724663}" type="pres">
      <dgm:prSet presAssocID="{CA597F3B-3E10-448C-8234-320A58EEF8A0}" presName="sibTrans" presStyleLbl="sibTrans2D1" presStyleIdx="1" presStyleCnt="4"/>
      <dgm:spPr/>
      <dgm:t>
        <a:bodyPr/>
        <a:lstStyle/>
        <a:p>
          <a:endParaRPr lang="en-IN"/>
        </a:p>
      </dgm:t>
    </dgm:pt>
    <dgm:pt modelId="{0B2B591B-8884-4CAD-BB25-0B92EBA10D82}" type="pres">
      <dgm:prSet presAssocID="{6837D0C5-3163-45C5-A361-DF2491F88943}" presName="node" presStyleLbl="node1" presStyleIdx="2" presStyleCnt="4">
        <dgm:presLayoutVars>
          <dgm:bulletEnabled val="1"/>
        </dgm:presLayoutVars>
      </dgm:prSet>
      <dgm:spPr/>
      <dgm:t>
        <a:bodyPr/>
        <a:lstStyle/>
        <a:p>
          <a:endParaRPr lang="en-IN"/>
        </a:p>
      </dgm:t>
    </dgm:pt>
    <dgm:pt modelId="{9479D308-0CC2-4FC5-89F0-83DCEC555957}" type="pres">
      <dgm:prSet presAssocID="{6837D0C5-3163-45C5-A361-DF2491F88943}" presName="dummy" presStyleCnt="0"/>
      <dgm:spPr/>
    </dgm:pt>
    <dgm:pt modelId="{52740E32-0395-4283-B6CF-96496ECCAEFF}" type="pres">
      <dgm:prSet presAssocID="{22B2CA8A-A201-4CEE-AE91-1D358AD666C6}" presName="sibTrans" presStyleLbl="sibTrans2D1" presStyleIdx="2" presStyleCnt="4"/>
      <dgm:spPr/>
      <dgm:t>
        <a:bodyPr/>
        <a:lstStyle/>
        <a:p>
          <a:endParaRPr lang="en-IN"/>
        </a:p>
      </dgm:t>
    </dgm:pt>
    <dgm:pt modelId="{58A569D0-7BF1-4A26-9EA9-4030906A436F}" type="pres">
      <dgm:prSet presAssocID="{C0AF39B6-7CF5-4030-B5F1-A27A55D8FA2E}" presName="node" presStyleLbl="node1" presStyleIdx="3" presStyleCnt="4">
        <dgm:presLayoutVars>
          <dgm:bulletEnabled val="1"/>
        </dgm:presLayoutVars>
      </dgm:prSet>
      <dgm:spPr/>
      <dgm:t>
        <a:bodyPr/>
        <a:lstStyle/>
        <a:p>
          <a:endParaRPr lang="en-IN"/>
        </a:p>
      </dgm:t>
    </dgm:pt>
    <dgm:pt modelId="{8F67E61A-9502-4F63-9EFC-F89BD2AE87A1}" type="pres">
      <dgm:prSet presAssocID="{C0AF39B6-7CF5-4030-B5F1-A27A55D8FA2E}" presName="dummy" presStyleCnt="0"/>
      <dgm:spPr/>
    </dgm:pt>
    <dgm:pt modelId="{D5748DCE-A198-490C-B70F-6849C6076DC4}" type="pres">
      <dgm:prSet presAssocID="{68DBEAC1-7AA7-4E81-ADB7-1A39B6BF2C38}" presName="sibTrans" presStyleLbl="sibTrans2D1" presStyleIdx="3" presStyleCnt="4"/>
      <dgm:spPr/>
      <dgm:t>
        <a:bodyPr/>
        <a:lstStyle/>
        <a:p>
          <a:endParaRPr lang="en-IN"/>
        </a:p>
      </dgm:t>
    </dgm:pt>
  </dgm:ptLst>
  <dgm:cxnLst>
    <dgm:cxn modelId="{8615D52F-EF56-4D67-9E15-B376A97E1C31}" type="presOf" srcId="{22588B2B-6E08-4476-80AD-942CA22900B1}" destId="{B4CBBCB7-1B99-42D3-923F-949850093DF1}" srcOrd="0" destOrd="0" presId="urn:microsoft.com/office/officeart/2005/8/layout/radial6"/>
    <dgm:cxn modelId="{198E8A03-AC53-4FA6-81EE-1D6278CAB1D8}" type="presOf" srcId="{B0307F4C-CE20-42FD-BB45-AFDB8C7AE2AF}" destId="{CDC563D0-0690-42F3-A0F3-2B2DF27B7373}" srcOrd="0" destOrd="0" presId="urn:microsoft.com/office/officeart/2005/8/layout/radial6"/>
    <dgm:cxn modelId="{BAB18A4F-D85B-4E84-B9E3-E70365A33495}" type="presOf" srcId="{68DBEAC1-7AA7-4E81-ADB7-1A39B6BF2C38}" destId="{D5748DCE-A198-490C-B70F-6849C6076DC4}" srcOrd="0" destOrd="0" presId="urn:microsoft.com/office/officeart/2005/8/layout/radial6"/>
    <dgm:cxn modelId="{A6E87182-7B13-43B0-93FB-506CE866A4EE}" type="presOf" srcId="{FDF6E3FA-275D-4EC4-BC84-439616F4EC63}" destId="{0C2E8444-BB96-4587-A91B-17209E7D9C4D}" srcOrd="0" destOrd="0" presId="urn:microsoft.com/office/officeart/2005/8/layout/radial6"/>
    <dgm:cxn modelId="{FBB328EA-2404-460A-BDCA-BC14BE99312D}" type="presOf" srcId="{22B2CA8A-A201-4CEE-AE91-1D358AD666C6}" destId="{52740E32-0395-4283-B6CF-96496ECCAEFF}" srcOrd="0" destOrd="0" presId="urn:microsoft.com/office/officeart/2005/8/layout/radial6"/>
    <dgm:cxn modelId="{0E0A29B2-7931-401A-9D21-D796ED9B47DC}" srcId="{B0307F4C-CE20-42FD-BB45-AFDB8C7AE2AF}" destId="{6837D0C5-3163-45C5-A361-DF2491F88943}" srcOrd="2" destOrd="0" parTransId="{15F1F868-F536-49AA-AA0C-22AEE8A6A5FD}" sibTransId="{22B2CA8A-A201-4CEE-AE91-1D358AD666C6}"/>
    <dgm:cxn modelId="{7C84403A-8D03-40C5-96EB-E7756E633AC6}" type="presOf" srcId="{CA597F3B-3E10-448C-8234-320A58EEF8A0}" destId="{2A082E75-3BE1-48F2-9407-542CB6724663}" srcOrd="0" destOrd="0" presId="urn:microsoft.com/office/officeart/2005/8/layout/radial6"/>
    <dgm:cxn modelId="{318D04A4-4CCC-40BB-A53A-5EAEE4D56CCE}" type="presOf" srcId="{C0AF39B6-7CF5-4030-B5F1-A27A55D8FA2E}" destId="{58A569D0-7BF1-4A26-9EA9-4030906A436F}" srcOrd="0" destOrd="0" presId="urn:microsoft.com/office/officeart/2005/8/layout/radial6"/>
    <dgm:cxn modelId="{2A5D41A5-28FA-4CDD-A7BE-9BDBB49500D6}" type="presOf" srcId="{6837D0C5-3163-45C5-A361-DF2491F88943}" destId="{0B2B591B-8884-4CAD-BB25-0B92EBA10D82}" srcOrd="0" destOrd="0" presId="urn:microsoft.com/office/officeart/2005/8/layout/radial6"/>
    <dgm:cxn modelId="{98F54C79-310F-4308-A099-09A2A26E3D6D}" srcId="{B0307F4C-CE20-42FD-BB45-AFDB8C7AE2AF}" destId="{C0AF39B6-7CF5-4030-B5F1-A27A55D8FA2E}" srcOrd="3" destOrd="0" parTransId="{D8C0F095-A638-46D2-A3E3-FF90AA734208}" sibTransId="{68DBEAC1-7AA7-4E81-ADB7-1A39B6BF2C38}"/>
    <dgm:cxn modelId="{0595F35D-4452-4949-9E78-04E8FFE233A0}" srcId="{B0307F4C-CE20-42FD-BB45-AFDB8C7AE2AF}" destId="{25B2ABB4-FABA-4CC4-9739-7852FD638A65}" srcOrd="0" destOrd="0" parTransId="{23047F2C-C1BD-43C3-B017-E1D8ECFB8677}" sibTransId="{4A223C7B-5B95-4C55-9CA6-90C126F0D381}"/>
    <dgm:cxn modelId="{5F4D410F-1E11-4BEA-8F0A-46BE18298D78}" srcId="{B0307F4C-CE20-42FD-BB45-AFDB8C7AE2AF}" destId="{FDF6E3FA-275D-4EC4-BC84-439616F4EC63}" srcOrd="1" destOrd="0" parTransId="{C24E2779-FF13-42E8-827B-F0FFF64181EC}" sibTransId="{CA597F3B-3E10-448C-8234-320A58EEF8A0}"/>
    <dgm:cxn modelId="{07D13B13-0A09-4A0D-9D7A-8A82B5CCF069}" srcId="{22588B2B-6E08-4476-80AD-942CA22900B1}" destId="{B0307F4C-CE20-42FD-BB45-AFDB8C7AE2AF}" srcOrd="0" destOrd="0" parTransId="{7A39F117-99C5-49EE-BF18-CEFD64D95A14}" sibTransId="{8574694B-5331-4DB5-8C07-E5BEF55D6FE8}"/>
    <dgm:cxn modelId="{3F48C402-2CC2-41BC-BFE9-1E5157D07137}" type="presOf" srcId="{25B2ABB4-FABA-4CC4-9739-7852FD638A65}" destId="{3F266607-3C8B-4FD1-B6C9-D2428E8E97AE}" srcOrd="0" destOrd="0" presId="urn:microsoft.com/office/officeart/2005/8/layout/radial6"/>
    <dgm:cxn modelId="{89767BDE-433A-45CF-86A3-EF20D41B8161}" type="presOf" srcId="{4A223C7B-5B95-4C55-9CA6-90C126F0D381}" destId="{9293C9E8-9372-4488-B3EA-B1B0CF5AED55}" srcOrd="0" destOrd="0" presId="urn:microsoft.com/office/officeart/2005/8/layout/radial6"/>
    <dgm:cxn modelId="{5F3C4CF2-AE95-4797-8E1E-3D835F8DFA45}" type="presParOf" srcId="{B4CBBCB7-1B99-42D3-923F-949850093DF1}" destId="{CDC563D0-0690-42F3-A0F3-2B2DF27B7373}" srcOrd="0" destOrd="0" presId="urn:microsoft.com/office/officeart/2005/8/layout/radial6"/>
    <dgm:cxn modelId="{D69C6C86-4949-447D-AC77-9CE51BF4CF08}" type="presParOf" srcId="{B4CBBCB7-1B99-42D3-923F-949850093DF1}" destId="{3F266607-3C8B-4FD1-B6C9-D2428E8E97AE}" srcOrd="1" destOrd="0" presId="urn:microsoft.com/office/officeart/2005/8/layout/radial6"/>
    <dgm:cxn modelId="{EFC0F8BF-1377-45ED-9F9A-B7C5AC55FC84}" type="presParOf" srcId="{B4CBBCB7-1B99-42D3-923F-949850093DF1}" destId="{36CC2763-E7B6-4D8E-9151-7E7993868DC9}" srcOrd="2" destOrd="0" presId="urn:microsoft.com/office/officeart/2005/8/layout/radial6"/>
    <dgm:cxn modelId="{9AC3A2BD-A70E-4287-937A-118CE6B386DB}" type="presParOf" srcId="{B4CBBCB7-1B99-42D3-923F-949850093DF1}" destId="{9293C9E8-9372-4488-B3EA-B1B0CF5AED55}" srcOrd="3" destOrd="0" presId="urn:microsoft.com/office/officeart/2005/8/layout/radial6"/>
    <dgm:cxn modelId="{D5053A54-8960-485D-B2CF-F00FC8EA99A7}" type="presParOf" srcId="{B4CBBCB7-1B99-42D3-923F-949850093DF1}" destId="{0C2E8444-BB96-4587-A91B-17209E7D9C4D}" srcOrd="4" destOrd="0" presId="urn:microsoft.com/office/officeart/2005/8/layout/radial6"/>
    <dgm:cxn modelId="{1A7F26DD-E1BC-4297-85A3-4C4A3426862E}" type="presParOf" srcId="{B4CBBCB7-1B99-42D3-923F-949850093DF1}" destId="{B271D57F-E4AA-4BE7-9668-372141799671}" srcOrd="5" destOrd="0" presId="urn:microsoft.com/office/officeart/2005/8/layout/radial6"/>
    <dgm:cxn modelId="{756EC670-370F-4E96-B083-0000F72CB97B}" type="presParOf" srcId="{B4CBBCB7-1B99-42D3-923F-949850093DF1}" destId="{2A082E75-3BE1-48F2-9407-542CB6724663}" srcOrd="6" destOrd="0" presId="urn:microsoft.com/office/officeart/2005/8/layout/radial6"/>
    <dgm:cxn modelId="{4D346E33-47DD-4FB8-8B66-212EF001DE42}" type="presParOf" srcId="{B4CBBCB7-1B99-42D3-923F-949850093DF1}" destId="{0B2B591B-8884-4CAD-BB25-0B92EBA10D82}" srcOrd="7" destOrd="0" presId="urn:microsoft.com/office/officeart/2005/8/layout/radial6"/>
    <dgm:cxn modelId="{647DD76D-DD87-41C3-9876-01596D41B150}" type="presParOf" srcId="{B4CBBCB7-1B99-42D3-923F-949850093DF1}" destId="{9479D308-0CC2-4FC5-89F0-83DCEC555957}" srcOrd="8" destOrd="0" presId="urn:microsoft.com/office/officeart/2005/8/layout/radial6"/>
    <dgm:cxn modelId="{9E8BE964-3855-4663-9385-2DC549F96484}" type="presParOf" srcId="{B4CBBCB7-1B99-42D3-923F-949850093DF1}" destId="{52740E32-0395-4283-B6CF-96496ECCAEFF}" srcOrd="9" destOrd="0" presId="urn:microsoft.com/office/officeart/2005/8/layout/radial6"/>
    <dgm:cxn modelId="{B25501C3-FE1F-4E86-AE94-44CEF6E9A46B}" type="presParOf" srcId="{B4CBBCB7-1B99-42D3-923F-949850093DF1}" destId="{58A569D0-7BF1-4A26-9EA9-4030906A436F}" srcOrd="10" destOrd="0" presId="urn:microsoft.com/office/officeart/2005/8/layout/radial6"/>
    <dgm:cxn modelId="{ECA97D76-3B91-4662-99A1-0F4B684D6C82}" type="presParOf" srcId="{B4CBBCB7-1B99-42D3-923F-949850093DF1}" destId="{8F67E61A-9502-4F63-9EFC-F89BD2AE87A1}" srcOrd="11" destOrd="0" presId="urn:microsoft.com/office/officeart/2005/8/layout/radial6"/>
    <dgm:cxn modelId="{C37D2267-9869-48C9-A829-4FA78DCCC151}" type="presParOf" srcId="{B4CBBCB7-1B99-42D3-923F-949850093DF1}" destId="{D5748DCE-A198-490C-B70F-6849C6076DC4}" srcOrd="12" destOrd="0" presId="urn:microsoft.com/office/officeart/2005/8/layout/radial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2588B2B-6E08-4476-80AD-942CA22900B1}" type="doc">
      <dgm:prSet loTypeId="urn:microsoft.com/office/officeart/2005/8/layout/radial6" loCatId="relationship" qsTypeId="urn:microsoft.com/office/officeart/2005/8/quickstyle/simple1" qsCatId="simple" csTypeId="urn:microsoft.com/office/officeart/2005/8/colors/accent0_3" csCatId="mainScheme" phldr="1"/>
      <dgm:spPr/>
      <dgm:t>
        <a:bodyPr/>
        <a:lstStyle/>
        <a:p>
          <a:endParaRPr lang="en-US"/>
        </a:p>
      </dgm:t>
    </dgm:pt>
    <dgm:pt modelId="{B0307F4C-CE20-42FD-BB45-AFDB8C7AE2AF}">
      <dgm:prSet phldrT="[Text]"/>
      <dgm:spPr/>
      <dgm:t>
        <a:bodyPr/>
        <a:lstStyle/>
        <a:p>
          <a:r>
            <a:rPr lang="en-US" dirty="0"/>
            <a:t>Rapid Prototyping</a:t>
          </a:r>
        </a:p>
      </dgm:t>
    </dgm:pt>
    <dgm:pt modelId="{7A39F117-99C5-49EE-BF18-CEFD64D95A14}" type="parTrans" cxnId="{07D13B13-0A09-4A0D-9D7A-8A82B5CCF069}">
      <dgm:prSet/>
      <dgm:spPr/>
      <dgm:t>
        <a:bodyPr/>
        <a:lstStyle/>
        <a:p>
          <a:endParaRPr lang="en-US"/>
        </a:p>
      </dgm:t>
    </dgm:pt>
    <dgm:pt modelId="{8574694B-5331-4DB5-8C07-E5BEF55D6FE8}" type="sibTrans" cxnId="{07D13B13-0A09-4A0D-9D7A-8A82B5CCF069}">
      <dgm:prSet/>
      <dgm:spPr/>
      <dgm:t>
        <a:bodyPr/>
        <a:lstStyle/>
        <a:p>
          <a:endParaRPr lang="en-US"/>
        </a:p>
      </dgm:t>
    </dgm:pt>
    <dgm:pt modelId="{25B2ABB4-FABA-4CC4-9739-7852FD638A65}">
      <dgm:prSet phldrT="[Text]"/>
      <dgm:spPr/>
      <dgm:t>
        <a:bodyPr/>
        <a:lstStyle/>
        <a:p>
          <a:r>
            <a:rPr lang="en-US" dirty="0"/>
            <a:t>Input</a:t>
          </a:r>
        </a:p>
      </dgm:t>
    </dgm:pt>
    <dgm:pt modelId="{23047F2C-C1BD-43C3-B017-E1D8ECFB8677}" type="parTrans" cxnId="{0595F35D-4452-4949-9E78-04E8FFE233A0}">
      <dgm:prSet/>
      <dgm:spPr/>
      <dgm:t>
        <a:bodyPr/>
        <a:lstStyle/>
        <a:p>
          <a:endParaRPr lang="en-US"/>
        </a:p>
      </dgm:t>
    </dgm:pt>
    <dgm:pt modelId="{4A223C7B-5B95-4C55-9CA6-90C126F0D381}" type="sibTrans" cxnId="{0595F35D-4452-4949-9E78-04E8FFE233A0}">
      <dgm:prSet/>
      <dgm:spPr/>
      <dgm:t>
        <a:bodyPr/>
        <a:lstStyle/>
        <a:p>
          <a:endParaRPr lang="en-US"/>
        </a:p>
      </dgm:t>
    </dgm:pt>
    <dgm:pt modelId="{FDF6E3FA-275D-4EC4-BC84-439616F4EC63}">
      <dgm:prSet phldrT="[Text]"/>
      <dgm:spPr/>
      <dgm:t>
        <a:bodyPr/>
        <a:lstStyle/>
        <a:p>
          <a:r>
            <a:rPr lang="en-US" dirty="0"/>
            <a:t>Method</a:t>
          </a:r>
        </a:p>
      </dgm:t>
    </dgm:pt>
    <dgm:pt modelId="{C24E2779-FF13-42E8-827B-F0FFF64181EC}" type="parTrans" cxnId="{5F4D410F-1E11-4BEA-8F0A-46BE18298D78}">
      <dgm:prSet/>
      <dgm:spPr/>
      <dgm:t>
        <a:bodyPr/>
        <a:lstStyle/>
        <a:p>
          <a:endParaRPr lang="en-US"/>
        </a:p>
      </dgm:t>
    </dgm:pt>
    <dgm:pt modelId="{CA597F3B-3E10-448C-8234-320A58EEF8A0}" type="sibTrans" cxnId="{5F4D410F-1E11-4BEA-8F0A-46BE18298D78}">
      <dgm:prSet/>
      <dgm:spPr/>
      <dgm:t>
        <a:bodyPr/>
        <a:lstStyle/>
        <a:p>
          <a:endParaRPr lang="en-US"/>
        </a:p>
      </dgm:t>
    </dgm:pt>
    <dgm:pt modelId="{6837D0C5-3163-45C5-A361-DF2491F88943}">
      <dgm:prSet phldrT="[Text]"/>
      <dgm:spPr/>
      <dgm:t>
        <a:bodyPr/>
        <a:lstStyle/>
        <a:p>
          <a:r>
            <a:rPr lang="en-US" dirty="0"/>
            <a:t>Material</a:t>
          </a:r>
        </a:p>
      </dgm:t>
    </dgm:pt>
    <dgm:pt modelId="{15F1F868-F536-49AA-AA0C-22AEE8A6A5FD}" type="parTrans" cxnId="{0E0A29B2-7931-401A-9D21-D796ED9B47DC}">
      <dgm:prSet/>
      <dgm:spPr/>
      <dgm:t>
        <a:bodyPr/>
        <a:lstStyle/>
        <a:p>
          <a:endParaRPr lang="en-US"/>
        </a:p>
      </dgm:t>
    </dgm:pt>
    <dgm:pt modelId="{22B2CA8A-A201-4CEE-AE91-1D358AD666C6}" type="sibTrans" cxnId="{0E0A29B2-7931-401A-9D21-D796ED9B47DC}">
      <dgm:prSet/>
      <dgm:spPr/>
      <dgm:t>
        <a:bodyPr/>
        <a:lstStyle/>
        <a:p>
          <a:endParaRPr lang="en-US"/>
        </a:p>
      </dgm:t>
    </dgm:pt>
    <dgm:pt modelId="{C0AF39B6-7CF5-4030-B5F1-A27A55D8FA2E}">
      <dgm:prSet phldrT="[Text]"/>
      <dgm:spPr/>
      <dgm:t>
        <a:bodyPr/>
        <a:lstStyle/>
        <a:p>
          <a:r>
            <a:rPr lang="en-US" dirty="0"/>
            <a:t>Application</a:t>
          </a:r>
        </a:p>
      </dgm:t>
    </dgm:pt>
    <dgm:pt modelId="{D8C0F095-A638-46D2-A3E3-FF90AA734208}" type="parTrans" cxnId="{98F54C79-310F-4308-A099-09A2A26E3D6D}">
      <dgm:prSet/>
      <dgm:spPr/>
      <dgm:t>
        <a:bodyPr/>
        <a:lstStyle/>
        <a:p>
          <a:endParaRPr lang="en-US"/>
        </a:p>
      </dgm:t>
    </dgm:pt>
    <dgm:pt modelId="{68DBEAC1-7AA7-4E81-ADB7-1A39B6BF2C38}" type="sibTrans" cxnId="{98F54C79-310F-4308-A099-09A2A26E3D6D}">
      <dgm:prSet/>
      <dgm:spPr/>
      <dgm:t>
        <a:bodyPr/>
        <a:lstStyle/>
        <a:p>
          <a:endParaRPr lang="en-US"/>
        </a:p>
      </dgm:t>
    </dgm:pt>
    <dgm:pt modelId="{B4CBBCB7-1B99-42D3-923F-949850093DF1}" type="pres">
      <dgm:prSet presAssocID="{22588B2B-6E08-4476-80AD-942CA22900B1}" presName="Name0" presStyleCnt="0">
        <dgm:presLayoutVars>
          <dgm:chMax val="1"/>
          <dgm:dir/>
          <dgm:animLvl val="ctr"/>
          <dgm:resizeHandles val="exact"/>
        </dgm:presLayoutVars>
      </dgm:prSet>
      <dgm:spPr/>
      <dgm:t>
        <a:bodyPr/>
        <a:lstStyle/>
        <a:p>
          <a:endParaRPr lang="en-IN"/>
        </a:p>
      </dgm:t>
    </dgm:pt>
    <dgm:pt modelId="{CDC563D0-0690-42F3-A0F3-2B2DF27B7373}" type="pres">
      <dgm:prSet presAssocID="{B0307F4C-CE20-42FD-BB45-AFDB8C7AE2AF}" presName="centerShape" presStyleLbl="node0" presStyleIdx="0" presStyleCnt="1"/>
      <dgm:spPr/>
      <dgm:t>
        <a:bodyPr/>
        <a:lstStyle/>
        <a:p>
          <a:endParaRPr lang="en-IN"/>
        </a:p>
      </dgm:t>
    </dgm:pt>
    <dgm:pt modelId="{3F266607-3C8B-4FD1-B6C9-D2428E8E97AE}" type="pres">
      <dgm:prSet presAssocID="{25B2ABB4-FABA-4CC4-9739-7852FD638A65}" presName="node" presStyleLbl="node1" presStyleIdx="0" presStyleCnt="4">
        <dgm:presLayoutVars>
          <dgm:bulletEnabled val="1"/>
        </dgm:presLayoutVars>
      </dgm:prSet>
      <dgm:spPr/>
      <dgm:t>
        <a:bodyPr/>
        <a:lstStyle/>
        <a:p>
          <a:endParaRPr lang="en-IN"/>
        </a:p>
      </dgm:t>
    </dgm:pt>
    <dgm:pt modelId="{36CC2763-E7B6-4D8E-9151-7E7993868DC9}" type="pres">
      <dgm:prSet presAssocID="{25B2ABB4-FABA-4CC4-9739-7852FD638A65}" presName="dummy" presStyleCnt="0"/>
      <dgm:spPr/>
    </dgm:pt>
    <dgm:pt modelId="{9293C9E8-9372-4488-B3EA-B1B0CF5AED55}" type="pres">
      <dgm:prSet presAssocID="{4A223C7B-5B95-4C55-9CA6-90C126F0D381}" presName="sibTrans" presStyleLbl="sibTrans2D1" presStyleIdx="0" presStyleCnt="4"/>
      <dgm:spPr/>
      <dgm:t>
        <a:bodyPr/>
        <a:lstStyle/>
        <a:p>
          <a:endParaRPr lang="en-IN"/>
        </a:p>
      </dgm:t>
    </dgm:pt>
    <dgm:pt modelId="{0C2E8444-BB96-4587-A91B-17209E7D9C4D}" type="pres">
      <dgm:prSet presAssocID="{FDF6E3FA-275D-4EC4-BC84-439616F4EC63}" presName="node" presStyleLbl="node1" presStyleIdx="1" presStyleCnt="4">
        <dgm:presLayoutVars>
          <dgm:bulletEnabled val="1"/>
        </dgm:presLayoutVars>
      </dgm:prSet>
      <dgm:spPr/>
      <dgm:t>
        <a:bodyPr/>
        <a:lstStyle/>
        <a:p>
          <a:endParaRPr lang="en-IN"/>
        </a:p>
      </dgm:t>
    </dgm:pt>
    <dgm:pt modelId="{B271D57F-E4AA-4BE7-9668-372141799671}" type="pres">
      <dgm:prSet presAssocID="{FDF6E3FA-275D-4EC4-BC84-439616F4EC63}" presName="dummy" presStyleCnt="0"/>
      <dgm:spPr/>
    </dgm:pt>
    <dgm:pt modelId="{2A082E75-3BE1-48F2-9407-542CB6724663}" type="pres">
      <dgm:prSet presAssocID="{CA597F3B-3E10-448C-8234-320A58EEF8A0}" presName="sibTrans" presStyleLbl="sibTrans2D1" presStyleIdx="1" presStyleCnt="4"/>
      <dgm:spPr/>
      <dgm:t>
        <a:bodyPr/>
        <a:lstStyle/>
        <a:p>
          <a:endParaRPr lang="en-IN"/>
        </a:p>
      </dgm:t>
    </dgm:pt>
    <dgm:pt modelId="{0B2B591B-8884-4CAD-BB25-0B92EBA10D82}" type="pres">
      <dgm:prSet presAssocID="{6837D0C5-3163-45C5-A361-DF2491F88943}" presName="node" presStyleLbl="node1" presStyleIdx="2" presStyleCnt="4">
        <dgm:presLayoutVars>
          <dgm:bulletEnabled val="1"/>
        </dgm:presLayoutVars>
      </dgm:prSet>
      <dgm:spPr/>
      <dgm:t>
        <a:bodyPr/>
        <a:lstStyle/>
        <a:p>
          <a:endParaRPr lang="en-IN"/>
        </a:p>
      </dgm:t>
    </dgm:pt>
    <dgm:pt modelId="{9479D308-0CC2-4FC5-89F0-83DCEC555957}" type="pres">
      <dgm:prSet presAssocID="{6837D0C5-3163-45C5-A361-DF2491F88943}" presName="dummy" presStyleCnt="0"/>
      <dgm:spPr/>
    </dgm:pt>
    <dgm:pt modelId="{52740E32-0395-4283-B6CF-96496ECCAEFF}" type="pres">
      <dgm:prSet presAssocID="{22B2CA8A-A201-4CEE-AE91-1D358AD666C6}" presName="sibTrans" presStyleLbl="sibTrans2D1" presStyleIdx="2" presStyleCnt="4"/>
      <dgm:spPr/>
      <dgm:t>
        <a:bodyPr/>
        <a:lstStyle/>
        <a:p>
          <a:endParaRPr lang="en-IN"/>
        </a:p>
      </dgm:t>
    </dgm:pt>
    <dgm:pt modelId="{58A569D0-7BF1-4A26-9EA9-4030906A436F}" type="pres">
      <dgm:prSet presAssocID="{C0AF39B6-7CF5-4030-B5F1-A27A55D8FA2E}" presName="node" presStyleLbl="node1" presStyleIdx="3" presStyleCnt="4">
        <dgm:presLayoutVars>
          <dgm:bulletEnabled val="1"/>
        </dgm:presLayoutVars>
      </dgm:prSet>
      <dgm:spPr/>
      <dgm:t>
        <a:bodyPr/>
        <a:lstStyle/>
        <a:p>
          <a:endParaRPr lang="en-IN"/>
        </a:p>
      </dgm:t>
    </dgm:pt>
    <dgm:pt modelId="{8F67E61A-9502-4F63-9EFC-F89BD2AE87A1}" type="pres">
      <dgm:prSet presAssocID="{C0AF39B6-7CF5-4030-B5F1-A27A55D8FA2E}" presName="dummy" presStyleCnt="0"/>
      <dgm:spPr/>
    </dgm:pt>
    <dgm:pt modelId="{D5748DCE-A198-490C-B70F-6849C6076DC4}" type="pres">
      <dgm:prSet presAssocID="{68DBEAC1-7AA7-4E81-ADB7-1A39B6BF2C38}" presName="sibTrans" presStyleLbl="sibTrans2D1" presStyleIdx="3" presStyleCnt="4"/>
      <dgm:spPr/>
      <dgm:t>
        <a:bodyPr/>
        <a:lstStyle/>
        <a:p>
          <a:endParaRPr lang="en-IN"/>
        </a:p>
      </dgm:t>
    </dgm:pt>
  </dgm:ptLst>
  <dgm:cxnLst>
    <dgm:cxn modelId="{8615D52F-EF56-4D67-9E15-B376A97E1C31}" type="presOf" srcId="{22588B2B-6E08-4476-80AD-942CA22900B1}" destId="{B4CBBCB7-1B99-42D3-923F-949850093DF1}" srcOrd="0" destOrd="0" presId="urn:microsoft.com/office/officeart/2005/8/layout/radial6"/>
    <dgm:cxn modelId="{198E8A03-AC53-4FA6-81EE-1D6278CAB1D8}" type="presOf" srcId="{B0307F4C-CE20-42FD-BB45-AFDB8C7AE2AF}" destId="{CDC563D0-0690-42F3-A0F3-2B2DF27B7373}" srcOrd="0" destOrd="0" presId="urn:microsoft.com/office/officeart/2005/8/layout/radial6"/>
    <dgm:cxn modelId="{BAB18A4F-D85B-4E84-B9E3-E70365A33495}" type="presOf" srcId="{68DBEAC1-7AA7-4E81-ADB7-1A39B6BF2C38}" destId="{D5748DCE-A198-490C-B70F-6849C6076DC4}" srcOrd="0" destOrd="0" presId="urn:microsoft.com/office/officeart/2005/8/layout/radial6"/>
    <dgm:cxn modelId="{A6E87182-7B13-43B0-93FB-506CE866A4EE}" type="presOf" srcId="{FDF6E3FA-275D-4EC4-BC84-439616F4EC63}" destId="{0C2E8444-BB96-4587-A91B-17209E7D9C4D}" srcOrd="0" destOrd="0" presId="urn:microsoft.com/office/officeart/2005/8/layout/radial6"/>
    <dgm:cxn modelId="{FBB328EA-2404-460A-BDCA-BC14BE99312D}" type="presOf" srcId="{22B2CA8A-A201-4CEE-AE91-1D358AD666C6}" destId="{52740E32-0395-4283-B6CF-96496ECCAEFF}" srcOrd="0" destOrd="0" presId="urn:microsoft.com/office/officeart/2005/8/layout/radial6"/>
    <dgm:cxn modelId="{0E0A29B2-7931-401A-9D21-D796ED9B47DC}" srcId="{B0307F4C-CE20-42FD-BB45-AFDB8C7AE2AF}" destId="{6837D0C5-3163-45C5-A361-DF2491F88943}" srcOrd="2" destOrd="0" parTransId="{15F1F868-F536-49AA-AA0C-22AEE8A6A5FD}" sibTransId="{22B2CA8A-A201-4CEE-AE91-1D358AD666C6}"/>
    <dgm:cxn modelId="{7C84403A-8D03-40C5-96EB-E7756E633AC6}" type="presOf" srcId="{CA597F3B-3E10-448C-8234-320A58EEF8A0}" destId="{2A082E75-3BE1-48F2-9407-542CB6724663}" srcOrd="0" destOrd="0" presId="urn:microsoft.com/office/officeart/2005/8/layout/radial6"/>
    <dgm:cxn modelId="{318D04A4-4CCC-40BB-A53A-5EAEE4D56CCE}" type="presOf" srcId="{C0AF39B6-7CF5-4030-B5F1-A27A55D8FA2E}" destId="{58A569D0-7BF1-4A26-9EA9-4030906A436F}" srcOrd="0" destOrd="0" presId="urn:microsoft.com/office/officeart/2005/8/layout/radial6"/>
    <dgm:cxn modelId="{2A5D41A5-28FA-4CDD-A7BE-9BDBB49500D6}" type="presOf" srcId="{6837D0C5-3163-45C5-A361-DF2491F88943}" destId="{0B2B591B-8884-4CAD-BB25-0B92EBA10D82}" srcOrd="0" destOrd="0" presId="urn:microsoft.com/office/officeart/2005/8/layout/radial6"/>
    <dgm:cxn modelId="{98F54C79-310F-4308-A099-09A2A26E3D6D}" srcId="{B0307F4C-CE20-42FD-BB45-AFDB8C7AE2AF}" destId="{C0AF39B6-7CF5-4030-B5F1-A27A55D8FA2E}" srcOrd="3" destOrd="0" parTransId="{D8C0F095-A638-46D2-A3E3-FF90AA734208}" sibTransId="{68DBEAC1-7AA7-4E81-ADB7-1A39B6BF2C38}"/>
    <dgm:cxn modelId="{0595F35D-4452-4949-9E78-04E8FFE233A0}" srcId="{B0307F4C-CE20-42FD-BB45-AFDB8C7AE2AF}" destId="{25B2ABB4-FABA-4CC4-9739-7852FD638A65}" srcOrd="0" destOrd="0" parTransId="{23047F2C-C1BD-43C3-B017-E1D8ECFB8677}" sibTransId="{4A223C7B-5B95-4C55-9CA6-90C126F0D381}"/>
    <dgm:cxn modelId="{5F4D410F-1E11-4BEA-8F0A-46BE18298D78}" srcId="{B0307F4C-CE20-42FD-BB45-AFDB8C7AE2AF}" destId="{FDF6E3FA-275D-4EC4-BC84-439616F4EC63}" srcOrd="1" destOrd="0" parTransId="{C24E2779-FF13-42E8-827B-F0FFF64181EC}" sibTransId="{CA597F3B-3E10-448C-8234-320A58EEF8A0}"/>
    <dgm:cxn modelId="{07D13B13-0A09-4A0D-9D7A-8A82B5CCF069}" srcId="{22588B2B-6E08-4476-80AD-942CA22900B1}" destId="{B0307F4C-CE20-42FD-BB45-AFDB8C7AE2AF}" srcOrd="0" destOrd="0" parTransId="{7A39F117-99C5-49EE-BF18-CEFD64D95A14}" sibTransId="{8574694B-5331-4DB5-8C07-E5BEF55D6FE8}"/>
    <dgm:cxn modelId="{3F48C402-2CC2-41BC-BFE9-1E5157D07137}" type="presOf" srcId="{25B2ABB4-FABA-4CC4-9739-7852FD638A65}" destId="{3F266607-3C8B-4FD1-B6C9-D2428E8E97AE}" srcOrd="0" destOrd="0" presId="urn:microsoft.com/office/officeart/2005/8/layout/radial6"/>
    <dgm:cxn modelId="{89767BDE-433A-45CF-86A3-EF20D41B8161}" type="presOf" srcId="{4A223C7B-5B95-4C55-9CA6-90C126F0D381}" destId="{9293C9E8-9372-4488-B3EA-B1B0CF5AED55}" srcOrd="0" destOrd="0" presId="urn:microsoft.com/office/officeart/2005/8/layout/radial6"/>
    <dgm:cxn modelId="{5F3C4CF2-AE95-4797-8E1E-3D835F8DFA45}" type="presParOf" srcId="{B4CBBCB7-1B99-42D3-923F-949850093DF1}" destId="{CDC563D0-0690-42F3-A0F3-2B2DF27B7373}" srcOrd="0" destOrd="0" presId="urn:microsoft.com/office/officeart/2005/8/layout/radial6"/>
    <dgm:cxn modelId="{D69C6C86-4949-447D-AC77-9CE51BF4CF08}" type="presParOf" srcId="{B4CBBCB7-1B99-42D3-923F-949850093DF1}" destId="{3F266607-3C8B-4FD1-B6C9-D2428E8E97AE}" srcOrd="1" destOrd="0" presId="urn:microsoft.com/office/officeart/2005/8/layout/radial6"/>
    <dgm:cxn modelId="{EFC0F8BF-1377-45ED-9F9A-B7C5AC55FC84}" type="presParOf" srcId="{B4CBBCB7-1B99-42D3-923F-949850093DF1}" destId="{36CC2763-E7B6-4D8E-9151-7E7993868DC9}" srcOrd="2" destOrd="0" presId="urn:microsoft.com/office/officeart/2005/8/layout/radial6"/>
    <dgm:cxn modelId="{9AC3A2BD-A70E-4287-937A-118CE6B386DB}" type="presParOf" srcId="{B4CBBCB7-1B99-42D3-923F-949850093DF1}" destId="{9293C9E8-9372-4488-B3EA-B1B0CF5AED55}" srcOrd="3" destOrd="0" presId="urn:microsoft.com/office/officeart/2005/8/layout/radial6"/>
    <dgm:cxn modelId="{D5053A54-8960-485D-B2CF-F00FC8EA99A7}" type="presParOf" srcId="{B4CBBCB7-1B99-42D3-923F-949850093DF1}" destId="{0C2E8444-BB96-4587-A91B-17209E7D9C4D}" srcOrd="4" destOrd="0" presId="urn:microsoft.com/office/officeart/2005/8/layout/radial6"/>
    <dgm:cxn modelId="{1A7F26DD-E1BC-4297-85A3-4C4A3426862E}" type="presParOf" srcId="{B4CBBCB7-1B99-42D3-923F-949850093DF1}" destId="{B271D57F-E4AA-4BE7-9668-372141799671}" srcOrd="5" destOrd="0" presId="urn:microsoft.com/office/officeart/2005/8/layout/radial6"/>
    <dgm:cxn modelId="{756EC670-370F-4E96-B083-0000F72CB97B}" type="presParOf" srcId="{B4CBBCB7-1B99-42D3-923F-949850093DF1}" destId="{2A082E75-3BE1-48F2-9407-542CB6724663}" srcOrd="6" destOrd="0" presId="urn:microsoft.com/office/officeart/2005/8/layout/radial6"/>
    <dgm:cxn modelId="{4D346E33-47DD-4FB8-8B66-212EF001DE42}" type="presParOf" srcId="{B4CBBCB7-1B99-42D3-923F-949850093DF1}" destId="{0B2B591B-8884-4CAD-BB25-0B92EBA10D82}" srcOrd="7" destOrd="0" presId="urn:microsoft.com/office/officeart/2005/8/layout/radial6"/>
    <dgm:cxn modelId="{647DD76D-DD87-41C3-9876-01596D41B150}" type="presParOf" srcId="{B4CBBCB7-1B99-42D3-923F-949850093DF1}" destId="{9479D308-0CC2-4FC5-89F0-83DCEC555957}" srcOrd="8" destOrd="0" presId="urn:microsoft.com/office/officeart/2005/8/layout/radial6"/>
    <dgm:cxn modelId="{9E8BE964-3855-4663-9385-2DC549F96484}" type="presParOf" srcId="{B4CBBCB7-1B99-42D3-923F-949850093DF1}" destId="{52740E32-0395-4283-B6CF-96496ECCAEFF}" srcOrd="9" destOrd="0" presId="urn:microsoft.com/office/officeart/2005/8/layout/radial6"/>
    <dgm:cxn modelId="{B25501C3-FE1F-4E86-AE94-44CEF6E9A46B}" type="presParOf" srcId="{B4CBBCB7-1B99-42D3-923F-949850093DF1}" destId="{58A569D0-7BF1-4A26-9EA9-4030906A436F}" srcOrd="10" destOrd="0" presId="urn:microsoft.com/office/officeart/2005/8/layout/radial6"/>
    <dgm:cxn modelId="{ECA97D76-3B91-4662-99A1-0F4B684D6C82}" type="presParOf" srcId="{B4CBBCB7-1B99-42D3-923F-949850093DF1}" destId="{8F67E61A-9502-4F63-9EFC-F89BD2AE87A1}" srcOrd="11" destOrd="0" presId="urn:microsoft.com/office/officeart/2005/8/layout/radial6"/>
    <dgm:cxn modelId="{C37D2267-9869-48C9-A829-4FA78DCCC151}" type="presParOf" srcId="{B4CBBCB7-1B99-42D3-923F-949850093DF1}" destId="{D5748DCE-A198-490C-B70F-6849C6076DC4}" srcOrd="12" destOrd="0" presId="urn:microsoft.com/office/officeart/2005/8/layout/radial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CE8C87C-6532-460F-9C66-9CAD6F5D64AE}" type="doc">
      <dgm:prSet loTypeId="urn:microsoft.com/office/officeart/2008/layout/HorizontalMultiLevelHierarchy" loCatId="hierarchy" qsTypeId="urn:microsoft.com/office/officeart/2005/8/quickstyle/simple1" qsCatId="simple" csTypeId="urn:microsoft.com/office/officeart/2005/8/colors/accent0_1" csCatId="mainScheme" phldr="1"/>
      <dgm:spPr/>
      <dgm:t>
        <a:bodyPr/>
        <a:lstStyle/>
        <a:p>
          <a:endParaRPr lang="en-US"/>
        </a:p>
      </dgm:t>
    </dgm:pt>
    <dgm:pt modelId="{FEA7772F-0FE6-4666-B93F-0EE0E3D09A22}">
      <dgm:prSet phldrT="[Text]"/>
      <dgm:spPr/>
      <dgm:t>
        <a:bodyPr/>
        <a:lstStyle/>
        <a:p>
          <a:r>
            <a:rPr lang="en-US" dirty="0"/>
            <a:t>Advantages of Rapid Prototyping</a:t>
          </a:r>
        </a:p>
      </dgm:t>
    </dgm:pt>
    <dgm:pt modelId="{F7E2C7D4-AA5E-4367-A374-1F1EF69ADBC2}" type="parTrans" cxnId="{41B5C6F1-3471-4F3D-99B2-D75CD4949EC0}">
      <dgm:prSet/>
      <dgm:spPr/>
      <dgm:t>
        <a:bodyPr/>
        <a:lstStyle/>
        <a:p>
          <a:endParaRPr lang="en-US"/>
        </a:p>
      </dgm:t>
    </dgm:pt>
    <dgm:pt modelId="{A18CBD32-59C2-48CB-B990-0D72F6E78AF7}" type="sibTrans" cxnId="{41B5C6F1-3471-4F3D-99B2-D75CD4949EC0}">
      <dgm:prSet/>
      <dgm:spPr/>
      <dgm:t>
        <a:bodyPr/>
        <a:lstStyle/>
        <a:p>
          <a:endParaRPr lang="en-US"/>
        </a:p>
      </dgm:t>
    </dgm:pt>
    <dgm:pt modelId="{B03E505B-9496-4B8D-8E9D-AE89A3BAF26D}">
      <dgm:prSet phldrT="[Text]"/>
      <dgm:spPr/>
      <dgm:t>
        <a:bodyPr/>
        <a:lstStyle/>
        <a:p>
          <a:r>
            <a:rPr lang="en-US" dirty="0"/>
            <a:t>Direct Benefits 	</a:t>
          </a:r>
        </a:p>
      </dgm:t>
    </dgm:pt>
    <dgm:pt modelId="{6884E46E-93C3-4981-9041-6377A6D0652F}" type="parTrans" cxnId="{606EF557-09B7-4F4E-BF51-60DB5BCEE437}">
      <dgm:prSet/>
      <dgm:spPr/>
      <dgm:t>
        <a:bodyPr/>
        <a:lstStyle/>
        <a:p>
          <a:endParaRPr lang="en-US"/>
        </a:p>
      </dgm:t>
    </dgm:pt>
    <dgm:pt modelId="{AFA364F3-201F-4FDC-BBD0-A26F8FD71BC3}" type="sibTrans" cxnId="{606EF557-09B7-4F4E-BF51-60DB5BCEE437}">
      <dgm:prSet/>
      <dgm:spPr/>
      <dgm:t>
        <a:bodyPr/>
        <a:lstStyle/>
        <a:p>
          <a:endParaRPr lang="en-US"/>
        </a:p>
      </dgm:t>
    </dgm:pt>
    <dgm:pt modelId="{B8BE8591-70AA-4D5C-9494-E6728ED31947}">
      <dgm:prSet phldrT="[Text]"/>
      <dgm:spPr/>
      <dgm:t>
        <a:bodyPr/>
        <a:lstStyle/>
        <a:p>
          <a:r>
            <a:rPr lang="en-US" dirty="0"/>
            <a:t>Benefits to Product Designers</a:t>
          </a:r>
        </a:p>
      </dgm:t>
    </dgm:pt>
    <dgm:pt modelId="{A4626D47-46D6-4FFF-BCC2-F1A1358D74E9}" type="parTrans" cxnId="{C0A04839-17EB-48B8-8880-6414727F47A6}">
      <dgm:prSet/>
      <dgm:spPr/>
      <dgm:t>
        <a:bodyPr/>
        <a:lstStyle/>
        <a:p>
          <a:endParaRPr lang="en-US"/>
        </a:p>
      </dgm:t>
    </dgm:pt>
    <dgm:pt modelId="{EA8B9AB5-152D-473F-AE85-A53840AAFF06}" type="sibTrans" cxnId="{C0A04839-17EB-48B8-8880-6414727F47A6}">
      <dgm:prSet/>
      <dgm:spPr/>
      <dgm:t>
        <a:bodyPr/>
        <a:lstStyle/>
        <a:p>
          <a:endParaRPr lang="en-US"/>
        </a:p>
      </dgm:t>
    </dgm:pt>
    <dgm:pt modelId="{2002CE6E-C1C5-48ED-BFA4-D95596857F02}">
      <dgm:prSet phldrT="[Text]"/>
      <dgm:spPr/>
      <dgm:t>
        <a:bodyPr/>
        <a:lstStyle/>
        <a:p>
          <a:r>
            <a:rPr lang="en-US" dirty="0"/>
            <a:t>Benefits to tooling and Manufacturing Engg</a:t>
          </a:r>
        </a:p>
      </dgm:t>
    </dgm:pt>
    <dgm:pt modelId="{3F399617-6DD6-4840-9121-E6EFB44F884C}" type="parTrans" cxnId="{CBCD8E19-465E-4751-80BD-0DF3419C3CA7}">
      <dgm:prSet/>
      <dgm:spPr/>
      <dgm:t>
        <a:bodyPr/>
        <a:lstStyle/>
        <a:p>
          <a:endParaRPr lang="en-US"/>
        </a:p>
      </dgm:t>
    </dgm:pt>
    <dgm:pt modelId="{A4834503-9805-4935-A553-A38D6A5E3AF7}" type="sibTrans" cxnId="{CBCD8E19-465E-4751-80BD-0DF3419C3CA7}">
      <dgm:prSet/>
      <dgm:spPr/>
      <dgm:t>
        <a:bodyPr/>
        <a:lstStyle/>
        <a:p>
          <a:endParaRPr lang="en-US"/>
        </a:p>
      </dgm:t>
    </dgm:pt>
    <dgm:pt modelId="{A0E8EBF0-B66F-417D-9CBB-DBC5CEFD731A}">
      <dgm:prSet phldrT="[Text]"/>
      <dgm:spPr/>
      <dgm:t>
        <a:bodyPr/>
        <a:lstStyle/>
        <a:p>
          <a:r>
            <a:rPr lang="en-US" dirty="0"/>
            <a:t>Indirect Benefits </a:t>
          </a:r>
        </a:p>
      </dgm:t>
    </dgm:pt>
    <dgm:pt modelId="{208AD2C3-CA8A-4FCF-A3DC-7F397DACA9C0}" type="parTrans" cxnId="{BA86711C-A599-417B-96E7-655CD3C18F01}">
      <dgm:prSet/>
      <dgm:spPr/>
      <dgm:t>
        <a:bodyPr/>
        <a:lstStyle/>
        <a:p>
          <a:endParaRPr lang="en-US"/>
        </a:p>
      </dgm:t>
    </dgm:pt>
    <dgm:pt modelId="{213BBD07-D1BA-4038-9389-1F75454CB4CD}" type="sibTrans" cxnId="{BA86711C-A599-417B-96E7-655CD3C18F01}">
      <dgm:prSet/>
      <dgm:spPr/>
      <dgm:t>
        <a:bodyPr/>
        <a:lstStyle/>
        <a:p>
          <a:endParaRPr lang="en-US"/>
        </a:p>
      </dgm:t>
    </dgm:pt>
    <dgm:pt modelId="{2DEE256C-E877-4C66-8A6D-C844E176F60C}">
      <dgm:prSet phldrT="[Text]"/>
      <dgm:spPr/>
      <dgm:t>
        <a:bodyPr/>
        <a:lstStyle/>
        <a:p>
          <a:r>
            <a:rPr lang="en-US" dirty="0"/>
            <a:t>Benefits to Marketers</a:t>
          </a:r>
        </a:p>
      </dgm:t>
    </dgm:pt>
    <dgm:pt modelId="{25158DB1-3C68-43C6-BBFD-2BE59B54FE5C}" type="parTrans" cxnId="{C091C1C5-096F-42ED-AC23-E6EE1F2E4EC1}">
      <dgm:prSet/>
      <dgm:spPr/>
      <dgm:t>
        <a:bodyPr/>
        <a:lstStyle/>
        <a:p>
          <a:endParaRPr lang="en-US"/>
        </a:p>
      </dgm:t>
    </dgm:pt>
    <dgm:pt modelId="{DCAE1ADC-CD93-4240-829C-6A1B51354AF5}" type="sibTrans" cxnId="{C091C1C5-096F-42ED-AC23-E6EE1F2E4EC1}">
      <dgm:prSet/>
      <dgm:spPr/>
      <dgm:t>
        <a:bodyPr/>
        <a:lstStyle/>
        <a:p>
          <a:endParaRPr lang="en-US"/>
        </a:p>
      </dgm:t>
    </dgm:pt>
    <dgm:pt modelId="{40FA3F00-1FCB-45BF-87B7-B4C1F98D73C2}">
      <dgm:prSet/>
      <dgm:spPr/>
      <dgm:t>
        <a:bodyPr/>
        <a:lstStyle/>
        <a:p>
          <a:r>
            <a:rPr lang="en-US" dirty="0"/>
            <a:t>Benefits to Consumers</a:t>
          </a:r>
        </a:p>
      </dgm:t>
    </dgm:pt>
    <dgm:pt modelId="{4D9C33E9-65EB-4158-85EE-3A57BB334756}" type="parTrans" cxnId="{EC2656B7-9805-4805-A6E0-4EA762EC49F4}">
      <dgm:prSet/>
      <dgm:spPr/>
      <dgm:t>
        <a:bodyPr/>
        <a:lstStyle/>
        <a:p>
          <a:endParaRPr lang="en-US"/>
        </a:p>
      </dgm:t>
    </dgm:pt>
    <dgm:pt modelId="{246EF069-0C71-49AA-8D24-928926C55A03}" type="sibTrans" cxnId="{EC2656B7-9805-4805-A6E0-4EA762EC49F4}">
      <dgm:prSet/>
      <dgm:spPr/>
      <dgm:t>
        <a:bodyPr/>
        <a:lstStyle/>
        <a:p>
          <a:endParaRPr lang="en-US"/>
        </a:p>
      </dgm:t>
    </dgm:pt>
    <dgm:pt modelId="{F841AD16-7A5E-4940-9794-7082DB384B72}" type="pres">
      <dgm:prSet presAssocID="{3CE8C87C-6532-460F-9C66-9CAD6F5D64AE}" presName="Name0" presStyleCnt="0">
        <dgm:presLayoutVars>
          <dgm:chPref val="1"/>
          <dgm:dir/>
          <dgm:animOne val="branch"/>
          <dgm:animLvl val="lvl"/>
          <dgm:resizeHandles val="exact"/>
        </dgm:presLayoutVars>
      </dgm:prSet>
      <dgm:spPr/>
      <dgm:t>
        <a:bodyPr/>
        <a:lstStyle/>
        <a:p>
          <a:endParaRPr lang="en-IN"/>
        </a:p>
      </dgm:t>
    </dgm:pt>
    <dgm:pt modelId="{6B294A85-5170-4657-B45A-2511F2C4B0E2}" type="pres">
      <dgm:prSet presAssocID="{FEA7772F-0FE6-4666-B93F-0EE0E3D09A22}" presName="root1" presStyleCnt="0"/>
      <dgm:spPr/>
    </dgm:pt>
    <dgm:pt modelId="{2C9C4AC1-F648-48ED-9B4E-DF98278506CB}" type="pres">
      <dgm:prSet presAssocID="{FEA7772F-0FE6-4666-B93F-0EE0E3D09A22}" presName="LevelOneTextNode" presStyleLbl="node0" presStyleIdx="0" presStyleCnt="1">
        <dgm:presLayoutVars>
          <dgm:chPref val="3"/>
        </dgm:presLayoutVars>
      </dgm:prSet>
      <dgm:spPr/>
      <dgm:t>
        <a:bodyPr/>
        <a:lstStyle/>
        <a:p>
          <a:endParaRPr lang="en-IN"/>
        </a:p>
      </dgm:t>
    </dgm:pt>
    <dgm:pt modelId="{FF507293-AF91-42E5-A409-CA8B27FEB452}" type="pres">
      <dgm:prSet presAssocID="{FEA7772F-0FE6-4666-B93F-0EE0E3D09A22}" presName="level2hierChild" presStyleCnt="0"/>
      <dgm:spPr/>
    </dgm:pt>
    <dgm:pt modelId="{610998E4-CEF4-4B2B-8018-C4C694B038D3}" type="pres">
      <dgm:prSet presAssocID="{6884E46E-93C3-4981-9041-6377A6D0652F}" presName="conn2-1" presStyleLbl="parChTrans1D2" presStyleIdx="0" presStyleCnt="2"/>
      <dgm:spPr/>
      <dgm:t>
        <a:bodyPr/>
        <a:lstStyle/>
        <a:p>
          <a:endParaRPr lang="en-IN"/>
        </a:p>
      </dgm:t>
    </dgm:pt>
    <dgm:pt modelId="{09743091-C170-4C03-8FFA-CAD61E11E9CE}" type="pres">
      <dgm:prSet presAssocID="{6884E46E-93C3-4981-9041-6377A6D0652F}" presName="connTx" presStyleLbl="parChTrans1D2" presStyleIdx="0" presStyleCnt="2"/>
      <dgm:spPr/>
      <dgm:t>
        <a:bodyPr/>
        <a:lstStyle/>
        <a:p>
          <a:endParaRPr lang="en-IN"/>
        </a:p>
      </dgm:t>
    </dgm:pt>
    <dgm:pt modelId="{848C079C-85BB-4A71-98C2-36A1E54F42EB}" type="pres">
      <dgm:prSet presAssocID="{B03E505B-9496-4B8D-8E9D-AE89A3BAF26D}" presName="root2" presStyleCnt="0"/>
      <dgm:spPr/>
    </dgm:pt>
    <dgm:pt modelId="{299AAF0D-43E5-4321-8E6A-B1580982E25C}" type="pres">
      <dgm:prSet presAssocID="{B03E505B-9496-4B8D-8E9D-AE89A3BAF26D}" presName="LevelTwoTextNode" presStyleLbl="node2" presStyleIdx="0" presStyleCnt="2">
        <dgm:presLayoutVars>
          <dgm:chPref val="3"/>
        </dgm:presLayoutVars>
      </dgm:prSet>
      <dgm:spPr/>
      <dgm:t>
        <a:bodyPr/>
        <a:lstStyle/>
        <a:p>
          <a:endParaRPr lang="en-IN"/>
        </a:p>
      </dgm:t>
    </dgm:pt>
    <dgm:pt modelId="{92FB5EEA-4A83-4E31-A893-3EE6F63D7108}" type="pres">
      <dgm:prSet presAssocID="{B03E505B-9496-4B8D-8E9D-AE89A3BAF26D}" presName="level3hierChild" presStyleCnt="0"/>
      <dgm:spPr/>
    </dgm:pt>
    <dgm:pt modelId="{DEC4A58D-77DF-44EB-B01A-81027CB7ACFB}" type="pres">
      <dgm:prSet presAssocID="{A4626D47-46D6-4FFF-BCC2-F1A1358D74E9}" presName="conn2-1" presStyleLbl="parChTrans1D3" presStyleIdx="0" presStyleCnt="4"/>
      <dgm:spPr/>
      <dgm:t>
        <a:bodyPr/>
        <a:lstStyle/>
        <a:p>
          <a:endParaRPr lang="en-IN"/>
        </a:p>
      </dgm:t>
    </dgm:pt>
    <dgm:pt modelId="{9F88F550-BF83-4470-9BB9-6C2C2348C654}" type="pres">
      <dgm:prSet presAssocID="{A4626D47-46D6-4FFF-BCC2-F1A1358D74E9}" presName="connTx" presStyleLbl="parChTrans1D3" presStyleIdx="0" presStyleCnt="4"/>
      <dgm:spPr/>
      <dgm:t>
        <a:bodyPr/>
        <a:lstStyle/>
        <a:p>
          <a:endParaRPr lang="en-IN"/>
        </a:p>
      </dgm:t>
    </dgm:pt>
    <dgm:pt modelId="{86C573F7-7291-485F-A22A-D4851CCD89BF}" type="pres">
      <dgm:prSet presAssocID="{B8BE8591-70AA-4D5C-9494-E6728ED31947}" presName="root2" presStyleCnt="0"/>
      <dgm:spPr/>
    </dgm:pt>
    <dgm:pt modelId="{61DAAAE9-02E2-4936-89D4-AE218C6C1D6D}" type="pres">
      <dgm:prSet presAssocID="{B8BE8591-70AA-4D5C-9494-E6728ED31947}" presName="LevelTwoTextNode" presStyleLbl="node3" presStyleIdx="0" presStyleCnt="4" custLinFactNeighborX="1043">
        <dgm:presLayoutVars>
          <dgm:chPref val="3"/>
        </dgm:presLayoutVars>
      </dgm:prSet>
      <dgm:spPr/>
      <dgm:t>
        <a:bodyPr/>
        <a:lstStyle/>
        <a:p>
          <a:endParaRPr lang="en-IN"/>
        </a:p>
      </dgm:t>
    </dgm:pt>
    <dgm:pt modelId="{BCDC1924-6839-4B3D-8701-E7CF73031F5D}" type="pres">
      <dgm:prSet presAssocID="{B8BE8591-70AA-4D5C-9494-E6728ED31947}" presName="level3hierChild" presStyleCnt="0"/>
      <dgm:spPr/>
    </dgm:pt>
    <dgm:pt modelId="{0F169933-E7BC-4467-82FB-A4D8FCE5C80B}" type="pres">
      <dgm:prSet presAssocID="{3F399617-6DD6-4840-9121-E6EFB44F884C}" presName="conn2-1" presStyleLbl="parChTrans1D3" presStyleIdx="1" presStyleCnt="4"/>
      <dgm:spPr/>
      <dgm:t>
        <a:bodyPr/>
        <a:lstStyle/>
        <a:p>
          <a:endParaRPr lang="en-IN"/>
        </a:p>
      </dgm:t>
    </dgm:pt>
    <dgm:pt modelId="{B06FA2E6-DB33-48F0-A1E2-37E1DD11B224}" type="pres">
      <dgm:prSet presAssocID="{3F399617-6DD6-4840-9121-E6EFB44F884C}" presName="connTx" presStyleLbl="parChTrans1D3" presStyleIdx="1" presStyleCnt="4"/>
      <dgm:spPr/>
      <dgm:t>
        <a:bodyPr/>
        <a:lstStyle/>
        <a:p>
          <a:endParaRPr lang="en-IN"/>
        </a:p>
      </dgm:t>
    </dgm:pt>
    <dgm:pt modelId="{45F2929E-7B59-4F95-8C86-8251F15DDC9D}" type="pres">
      <dgm:prSet presAssocID="{2002CE6E-C1C5-48ED-BFA4-D95596857F02}" presName="root2" presStyleCnt="0"/>
      <dgm:spPr/>
    </dgm:pt>
    <dgm:pt modelId="{8CCAF476-38AC-40C3-B66E-0904FFE708FB}" type="pres">
      <dgm:prSet presAssocID="{2002CE6E-C1C5-48ED-BFA4-D95596857F02}" presName="LevelTwoTextNode" presStyleLbl="node3" presStyleIdx="1" presStyleCnt="4">
        <dgm:presLayoutVars>
          <dgm:chPref val="3"/>
        </dgm:presLayoutVars>
      </dgm:prSet>
      <dgm:spPr/>
      <dgm:t>
        <a:bodyPr/>
        <a:lstStyle/>
        <a:p>
          <a:endParaRPr lang="en-IN"/>
        </a:p>
      </dgm:t>
    </dgm:pt>
    <dgm:pt modelId="{0B5C404A-BD13-4DD2-8265-0074CA0D65DF}" type="pres">
      <dgm:prSet presAssocID="{2002CE6E-C1C5-48ED-BFA4-D95596857F02}" presName="level3hierChild" presStyleCnt="0"/>
      <dgm:spPr/>
    </dgm:pt>
    <dgm:pt modelId="{5CD0CD8B-2A1E-434F-A10C-C368A0077EE6}" type="pres">
      <dgm:prSet presAssocID="{208AD2C3-CA8A-4FCF-A3DC-7F397DACA9C0}" presName="conn2-1" presStyleLbl="parChTrans1D2" presStyleIdx="1" presStyleCnt="2"/>
      <dgm:spPr/>
      <dgm:t>
        <a:bodyPr/>
        <a:lstStyle/>
        <a:p>
          <a:endParaRPr lang="en-IN"/>
        </a:p>
      </dgm:t>
    </dgm:pt>
    <dgm:pt modelId="{ABEF152E-2484-4BBF-8194-DF9FE97D133B}" type="pres">
      <dgm:prSet presAssocID="{208AD2C3-CA8A-4FCF-A3DC-7F397DACA9C0}" presName="connTx" presStyleLbl="parChTrans1D2" presStyleIdx="1" presStyleCnt="2"/>
      <dgm:spPr/>
      <dgm:t>
        <a:bodyPr/>
        <a:lstStyle/>
        <a:p>
          <a:endParaRPr lang="en-IN"/>
        </a:p>
      </dgm:t>
    </dgm:pt>
    <dgm:pt modelId="{D0BCB504-959E-4CEE-AD0E-5B78E531B7A6}" type="pres">
      <dgm:prSet presAssocID="{A0E8EBF0-B66F-417D-9CBB-DBC5CEFD731A}" presName="root2" presStyleCnt="0"/>
      <dgm:spPr/>
    </dgm:pt>
    <dgm:pt modelId="{3978C217-1EAD-48DA-9585-FA7E10730B05}" type="pres">
      <dgm:prSet presAssocID="{A0E8EBF0-B66F-417D-9CBB-DBC5CEFD731A}" presName="LevelTwoTextNode" presStyleLbl="node2" presStyleIdx="1" presStyleCnt="2">
        <dgm:presLayoutVars>
          <dgm:chPref val="3"/>
        </dgm:presLayoutVars>
      </dgm:prSet>
      <dgm:spPr/>
      <dgm:t>
        <a:bodyPr/>
        <a:lstStyle/>
        <a:p>
          <a:endParaRPr lang="en-IN"/>
        </a:p>
      </dgm:t>
    </dgm:pt>
    <dgm:pt modelId="{48E4998C-5E11-40E9-B8FA-89610D38B619}" type="pres">
      <dgm:prSet presAssocID="{A0E8EBF0-B66F-417D-9CBB-DBC5CEFD731A}" presName="level3hierChild" presStyleCnt="0"/>
      <dgm:spPr/>
    </dgm:pt>
    <dgm:pt modelId="{79F6E6A6-205E-467A-B532-62BAAC902E73}" type="pres">
      <dgm:prSet presAssocID="{25158DB1-3C68-43C6-BBFD-2BE59B54FE5C}" presName="conn2-1" presStyleLbl="parChTrans1D3" presStyleIdx="2" presStyleCnt="4"/>
      <dgm:spPr/>
      <dgm:t>
        <a:bodyPr/>
        <a:lstStyle/>
        <a:p>
          <a:endParaRPr lang="en-IN"/>
        </a:p>
      </dgm:t>
    </dgm:pt>
    <dgm:pt modelId="{09EAF327-8037-4094-89A2-5420DD3F2E1A}" type="pres">
      <dgm:prSet presAssocID="{25158DB1-3C68-43C6-BBFD-2BE59B54FE5C}" presName="connTx" presStyleLbl="parChTrans1D3" presStyleIdx="2" presStyleCnt="4"/>
      <dgm:spPr/>
      <dgm:t>
        <a:bodyPr/>
        <a:lstStyle/>
        <a:p>
          <a:endParaRPr lang="en-IN"/>
        </a:p>
      </dgm:t>
    </dgm:pt>
    <dgm:pt modelId="{CF7AEAB1-25D8-47E7-87C2-57062B1B04D7}" type="pres">
      <dgm:prSet presAssocID="{2DEE256C-E877-4C66-8A6D-C844E176F60C}" presName="root2" presStyleCnt="0"/>
      <dgm:spPr/>
    </dgm:pt>
    <dgm:pt modelId="{FF41341C-A39A-4825-8BD1-ED962208A294}" type="pres">
      <dgm:prSet presAssocID="{2DEE256C-E877-4C66-8A6D-C844E176F60C}" presName="LevelTwoTextNode" presStyleLbl="node3" presStyleIdx="2" presStyleCnt="4">
        <dgm:presLayoutVars>
          <dgm:chPref val="3"/>
        </dgm:presLayoutVars>
      </dgm:prSet>
      <dgm:spPr/>
      <dgm:t>
        <a:bodyPr/>
        <a:lstStyle/>
        <a:p>
          <a:endParaRPr lang="en-IN"/>
        </a:p>
      </dgm:t>
    </dgm:pt>
    <dgm:pt modelId="{AD9128BE-677A-4E90-8564-5D5531691AF3}" type="pres">
      <dgm:prSet presAssocID="{2DEE256C-E877-4C66-8A6D-C844E176F60C}" presName="level3hierChild" presStyleCnt="0"/>
      <dgm:spPr/>
    </dgm:pt>
    <dgm:pt modelId="{1573A658-B4CA-4703-9310-5A1AE34162E6}" type="pres">
      <dgm:prSet presAssocID="{4D9C33E9-65EB-4158-85EE-3A57BB334756}" presName="conn2-1" presStyleLbl="parChTrans1D3" presStyleIdx="3" presStyleCnt="4"/>
      <dgm:spPr/>
      <dgm:t>
        <a:bodyPr/>
        <a:lstStyle/>
        <a:p>
          <a:endParaRPr lang="en-IN"/>
        </a:p>
      </dgm:t>
    </dgm:pt>
    <dgm:pt modelId="{7C3523B6-996B-40AE-A935-314CA3CA9B0D}" type="pres">
      <dgm:prSet presAssocID="{4D9C33E9-65EB-4158-85EE-3A57BB334756}" presName="connTx" presStyleLbl="parChTrans1D3" presStyleIdx="3" presStyleCnt="4"/>
      <dgm:spPr/>
      <dgm:t>
        <a:bodyPr/>
        <a:lstStyle/>
        <a:p>
          <a:endParaRPr lang="en-IN"/>
        </a:p>
      </dgm:t>
    </dgm:pt>
    <dgm:pt modelId="{66385A88-4438-4271-970E-B8E6370500BF}" type="pres">
      <dgm:prSet presAssocID="{40FA3F00-1FCB-45BF-87B7-B4C1F98D73C2}" presName="root2" presStyleCnt="0"/>
      <dgm:spPr/>
    </dgm:pt>
    <dgm:pt modelId="{8A40A134-7127-4719-B918-3B7093B082E6}" type="pres">
      <dgm:prSet presAssocID="{40FA3F00-1FCB-45BF-87B7-B4C1F98D73C2}" presName="LevelTwoTextNode" presStyleLbl="node3" presStyleIdx="3" presStyleCnt="4">
        <dgm:presLayoutVars>
          <dgm:chPref val="3"/>
        </dgm:presLayoutVars>
      </dgm:prSet>
      <dgm:spPr/>
      <dgm:t>
        <a:bodyPr/>
        <a:lstStyle/>
        <a:p>
          <a:endParaRPr lang="en-IN"/>
        </a:p>
      </dgm:t>
    </dgm:pt>
    <dgm:pt modelId="{B4FC93FA-6497-49B0-A585-28737FA2D76B}" type="pres">
      <dgm:prSet presAssocID="{40FA3F00-1FCB-45BF-87B7-B4C1F98D73C2}" presName="level3hierChild" presStyleCnt="0"/>
      <dgm:spPr/>
    </dgm:pt>
  </dgm:ptLst>
  <dgm:cxnLst>
    <dgm:cxn modelId="{2DB2633F-3B0A-40A5-A48C-A3CC50D67AB1}" type="presOf" srcId="{3F399617-6DD6-4840-9121-E6EFB44F884C}" destId="{B06FA2E6-DB33-48F0-A1E2-37E1DD11B224}" srcOrd="1" destOrd="0" presId="urn:microsoft.com/office/officeart/2008/layout/HorizontalMultiLevelHierarchy"/>
    <dgm:cxn modelId="{D7E2DB3B-9C13-4ACA-BAFE-6746AC5EDA26}" type="presOf" srcId="{6884E46E-93C3-4981-9041-6377A6D0652F}" destId="{09743091-C170-4C03-8FFA-CAD61E11E9CE}" srcOrd="1" destOrd="0" presId="urn:microsoft.com/office/officeart/2008/layout/HorizontalMultiLevelHierarchy"/>
    <dgm:cxn modelId="{C0A04839-17EB-48B8-8880-6414727F47A6}" srcId="{B03E505B-9496-4B8D-8E9D-AE89A3BAF26D}" destId="{B8BE8591-70AA-4D5C-9494-E6728ED31947}" srcOrd="0" destOrd="0" parTransId="{A4626D47-46D6-4FFF-BCC2-F1A1358D74E9}" sibTransId="{EA8B9AB5-152D-473F-AE85-A53840AAFF06}"/>
    <dgm:cxn modelId="{41B5C6F1-3471-4F3D-99B2-D75CD4949EC0}" srcId="{3CE8C87C-6532-460F-9C66-9CAD6F5D64AE}" destId="{FEA7772F-0FE6-4666-B93F-0EE0E3D09A22}" srcOrd="0" destOrd="0" parTransId="{F7E2C7D4-AA5E-4367-A374-1F1EF69ADBC2}" sibTransId="{A18CBD32-59C2-48CB-B990-0D72F6E78AF7}"/>
    <dgm:cxn modelId="{CBCD8E19-465E-4751-80BD-0DF3419C3CA7}" srcId="{B03E505B-9496-4B8D-8E9D-AE89A3BAF26D}" destId="{2002CE6E-C1C5-48ED-BFA4-D95596857F02}" srcOrd="1" destOrd="0" parTransId="{3F399617-6DD6-4840-9121-E6EFB44F884C}" sibTransId="{A4834503-9805-4935-A553-A38D6A5E3AF7}"/>
    <dgm:cxn modelId="{DB786572-14F2-4242-A33A-A6CEA81F1542}" type="presOf" srcId="{B03E505B-9496-4B8D-8E9D-AE89A3BAF26D}" destId="{299AAF0D-43E5-4321-8E6A-B1580982E25C}" srcOrd="0" destOrd="0" presId="urn:microsoft.com/office/officeart/2008/layout/HorizontalMultiLevelHierarchy"/>
    <dgm:cxn modelId="{B71B9176-D164-4B10-82CA-09DAA83B29CB}" type="presOf" srcId="{4D9C33E9-65EB-4158-85EE-3A57BB334756}" destId="{7C3523B6-996B-40AE-A935-314CA3CA9B0D}" srcOrd="1" destOrd="0" presId="urn:microsoft.com/office/officeart/2008/layout/HorizontalMultiLevelHierarchy"/>
    <dgm:cxn modelId="{D284F4D3-98F0-4570-9A51-EAF6EF65D8EA}" type="presOf" srcId="{25158DB1-3C68-43C6-BBFD-2BE59B54FE5C}" destId="{09EAF327-8037-4094-89A2-5420DD3F2E1A}" srcOrd="1" destOrd="0" presId="urn:microsoft.com/office/officeart/2008/layout/HorizontalMultiLevelHierarchy"/>
    <dgm:cxn modelId="{AC65C636-9D48-4DCA-AE7E-921DB700E465}" type="presOf" srcId="{3F399617-6DD6-4840-9121-E6EFB44F884C}" destId="{0F169933-E7BC-4467-82FB-A4D8FCE5C80B}" srcOrd="0" destOrd="0" presId="urn:microsoft.com/office/officeart/2008/layout/HorizontalMultiLevelHierarchy"/>
    <dgm:cxn modelId="{22A99A0E-B1B7-4D40-8236-96F1FBC3BD9C}" type="presOf" srcId="{6884E46E-93C3-4981-9041-6377A6D0652F}" destId="{610998E4-CEF4-4B2B-8018-C4C694B038D3}" srcOrd="0" destOrd="0" presId="urn:microsoft.com/office/officeart/2008/layout/HorizontalMultiLevelHierarchy"/>
    <dgm:cxn modelId="{C377ABF6-9107-416F-9ED1-CFF47CFA52AA}" type="presOf" srcId="{A4626D47-46D6-4FFF-BCC2-F1A1358D74E9}" destId="{9F88F550-BF83-4470-9BB9-6C2C2348C654}" srcOrd="1" destOrd="0" presId="urn:microsoft.com/office/officeart/2008/layout/HorizontalMultiLevelHierarchy"/>
    <dgm:cxn modelId="{C091C1C5-096F-42ED-AC23-E6EE1F2E4EC1}" srcId="{A0E8EBF0-B66F-417D-9CBB-DBC5CEFD731A}" destId="{2DEE256C-E877-4C66-8A6D-C844E176F60C}" srcOrd="0" destOrd="0" parTransId="{25158DB1-3C68-43C6-BBFD-2BE59B54FE5C}" sibTransId="{DCAE1ADC-CD93-4240-829C-6A1B51354AF5}"/>
    <dgm:cxn modelId="{9595FCBF-2E77-4BDE-A26C-7A1DEEF1C80C}" type="presOf" srcId="{208AD2C3-CA8A-4FCF-A3DC-7F397DACA9C0}" destId="{5CD0CD8B-2A1E-434F-A10C-C368A0077EE6}" srcOrd="0" destOrd="0" presId="urn:microsoft.com/office/officeart/2008/layout/HorizontalMultiLevelHierarchy"/>
    <dgm:cxn modelId="{7CD12DCF-253B-45E8-B443-4325D5AC6EFD}" type="presOf" srcId="{4D9C33E9-65EB-4158-85EE-3A57BB334756}" destId="{1573A658-B4CA-4703-9310-5A1AE34162E6}" srcOrd="0" destOrd="0" presId="urn:microsoft.com/office/officeart/2008/layout/HorizontalMultiLevelHierarchy"/>
    <dgm:cxn modelId="{D6433845-EC69-4098-A09D-B01A67B41B5E}" type="presOf" srcId="{2DEE256C-E877-4C66-8A6D-C844E176F60C}" destId="{FF41341C-A39A-4825-8BD1-ED962208A294}" srcOrd="0" destOrd="0" presId="urn:microsoft.com/office/officeart/2008/layout/HorizontalMultiLevelHierarchy"/>
    <dgm:cxn modelId="{4DA3BDE8-66B2-43A9-A6D5-486595B9E56B}" type="presOf" srcId="{A0E8EBF0-B66F-417D-9CBB-DBC5CEFD731A}" destId="{3978C217-1EAD-48DA-9585-FA7E10730B05}" srcOrd="0" destOrd="0" presId="urn:microsoft.com/office/officeart/2008/layout/HorizontalMultiLevelHierarchy"/>
    <dgm:cxn modelId="{606EF557-09B7-4F4E-BF51-60DB5BCEE437}" srcId="{FEA7772F-0FE6-4666-B93F-0EE0E3D09A22}" destId="{B03E505B-9496-4B8D-8E9D-AE89A3BAF26D}" srcOrd="0" destOrd="0" parTransId="{6884E46E-93C3-4981-9041-6377A6D0652F}" sibTransId="{AFA364F3-201F-4FDC-BBD0-A26F8FD71BC3}"/>
    <dgm:cxn modelId="{BB45756D-147A-402B-A768-E3AD8D962025}" type="presOf" srcId="{25158DB1-3C68-43C6-BBFD-2BE59B54FE5C}" destId="{79F6E6A6-205E-467A-B532-62BAAC902E73}" srcOrd="0" destOrd="0" presId="urn:microsoft.com/office/officeart/2008/layout/HorizontalMultiLevelHierarchy"/>
    <dgm:cxn modelId="{6ADA321A-BD4E-4444-85C8-E1C9DC9325B0}" type="presOf" srcId="{B8BE8591-70AA-4D5C-9494-E6728ED31947}" destId="{61DAAAE9-02E2-4936-89D4-AE218C6C1D6D}" srcOrd="0" destOrd="0" presId="urn:microsoft.com/office/officeart/2008/layout/HorizontalMultiLevelHierarchy"/>
    <dgm:cxn modelId="{F45310E2-048D-412E-ABB5-A40FBD503D23}" type="presOf" srcId="{3CE8C87C-6532-460F-9C66-9CAD6F5D64AE}" destId="{F841AD16-7A5E-4940-9794-7082DB384B72}" srcOrd="0" destOrd="0" presId="urn:microsoft.com/office/officeart/2008/layout/HorizontalMultiLevelHierarchy"/>
    <dgm:cxn modelId="{D8B21494-F857-40C2-AA9C-DA402916C916}" type="presOf" srcId="{FEA7772F-0FE6-4666-B93F-0EE0E3D09A22}" destId="{2C9C4AC1-F648-48ED-9B4E-DF98278506CB}" srcOrd="0" destOrd="0" presId="urn:microsoft.com/office/officeart/2008/layout/HorizontalMultiLevelHierarchy"/>
    <dgm:cxn modelId="{EC2656B7-9805-4805-A6E0-4EA762EC49F4}" srcId="{A0E8EBF0-B66F-417D-9CBB-DBC5CEFD731A}" destId="{40FA3F00-1FCB-45BF-87B7-B4C1F98D73C2}" srcOrd="1" destOrd="0" parTransId="{4D9C33E9-65EB-4158-85EE-3A57BB334756}" sibTransId="{246EF069-0C71-49AA-8D24-928926C55A03}"/>
    <dgm:cxn modelId="{C17F253F-F2E0-4306-9DF9-A0380CF315D7}" type="presOf" srcId="{40FA3F00-1FCB-45BF-87B7-B4C1F98D73C2}" destId="{8A40A134-7127-4719-B918-3B7093B082E6}" srcOrd="0" destOrd="0" presId="urn:microsoft.com/office/officeart/2008/layout/HorizontalMultiLevelHierarchy"/>
    <dgm:cxn modelId="{2CDABDA0-752B-450D-B462-F14D8A0A1701}" type="presOf" srcId="{2002CE6E-C1C5-48ED-BFA4-D95596857F02}" destId="{8CCAF476-38AC-40C3-B66E-0904FFE708FB}" srcOrd="0" destOrd="0" presId="urn:microsoft.com/office/officeart/2008/layout/HorizontalMultiLevelHierarchy"/>
    <dgm:cxn modelId="{BA86711C-A599-417B-96E7-655CD3C18F01}" srcId="{FEA7772F-0FE6-4666-B93F-0EE0E3D09A22}" destId="{A0E8EBF0-B66F-417D-9CBB-DBC5CEFD731A}" srcOrd="1" destOrd="0" parTransId="{208AD2C3-CA8A-4FCF-A3DC-7F397DACA9C0}" sibTransId="{213BBD07-D1BA-4038-9389-1F75454CB4CD}"/>
    <dgm:cxn modelId="{C284A7EA-5176-415F-AD12-4C27B01C138E}" type="presOf" srcId="{208AD2C3-CA8A-4FCF-A3DC-7F397DACA9C0}" destId="{ABEF152E-2484-4BBF-8194-DF9FE97D133B}" srcOrd="1" destOrd="0" presId="urn:microsoft.com/office/officeart/2008/layout/HorizontalMultiLevelHierarchy"/>
    <dgm:cxn modelId="{34828732-6150-4E2E-BBEC-4569A70CF76E}" type="presOf" srcId="{A4626D47-46D6-4FFF-BCC2-F1A1358D74E9}" destId="{DEC4A58D-77DF-44EB-B01A-81027CB7ACFB}" srcOrd="0" destOrd="0" presId="urn:microsoft.com/office/officeart/2008/layout/HorizontalMultiLevelHierarchy"/>
    <dgm:cxn modelId="{2C12E6E7-B384-42EA-A012-43697889FA7E}" type="presParOf" srcId="{F841AD16-7A5E-4940-9794-7082DB384B72}" destId="{6B294A85-5170-4657-B45A-2511F2C4B0E2}" srcOrd="0" destOrd="0" presId="urn:microsoft.com/office/officeart/2008/layout/HorizontalMultiLevelHierarchy"/>
    <dgm:cxn modelId="{B2807558-2914-47C5-9E18-4060B1D3BE4D}" type="presParOf" srcId="{6B294A85-5170-4657-B45A-2511F2C4B0E2}" destId="{2C9C4AC1-F648-48ED-9B4E-DF98278506CB}" srcOrd="0" destOrd="0" presId="urn:microsoft.com/office/officeart/2008/layout/HorizontalMultiLevelHierarchy"/>
    <dgm:cxn modelId="{6BB7871A-489E-4D19-9D11-5CC5E5090EF8}" type="presParOf" srcId="{6B294A85-5170-4657-B45A-2511F2C4B0E2}" destId="{FF507293-AF91-42E5-A409-CA8B27FEB452}" srcOrd="1" destOrd="0" presId="urn:microsoft.com/office/officeart/2008/layout/HorizontalMultiLevelHierarchy"/>
    <dgm:cxn modelId="{4C890951-F7EB-4C68-9E7C-6036A069D52D}" type="presParOf" srcId="{FF507293-AF91-42E5-A409-CA8B27FEB452}" destId="{610998E4-CEF4-4B2B-8018-C4C694B038D3}" srcOrd="0" destOrd="0" presId="urn:microsoft.com/office/officeart/2008/layout/HorizontalMultiLevelHierarchy"/>
    <dgm:cxn modelId="{9019D397-3908-49C7-A56A-0CE4C0686E5C}" type="presParOf" srcId="{610998E4-CEF4-4B2B-8018-C4C694B038D3}" destId="{09743091-C170-4C03-8FFA-CAD61E11E9CE}" srcOrd="0" destOrd="0" presId="urn:microsoft.com/office/officeart/2008/layout/HorizontalMultiLevelHierarchy"/>
    <dgm:cxn modelId="{F932611A-5F84-4C17-AE11-658819841ED9}" type="presParOf" srcId="{FF507293-AF91-42E5-A409-CA8B27FEB452}" destId="{848C079C-85BB-4A71-98C2-36A1E54F42EB}" srcOrd="1" destOrd="0" presId="urn:microsoft.com/office/officeart/2008/layout/HorizontalMultiLevelHierarchy"/>
    <dgm:cxn modelId="{036E2436-9A9D-481C-9747-0894935F690B}" type="presParOf" srcId="{848C079C-85BB-4A71-98C2-36A1E54F42EB}" destId="{299AAF0D-43E5-4321-8E6A-B1580982E25C}" srcOrd="0" destOrd="0" presId="urn:microsoft.com/office/officeart/2008/layout/HorizontalMultiLevelHierarchy"/>
    <dgm:cxn modelId="{621E2E59-A5E7-4656-9AB6-079DBA87C098}" type="presParOf" srcId="{848C079C-85BB-4A71-98C2-36A1E54F42EB}" destId="{92FB5EEA-4A83-4E31-A893-3EE6F63D7108}" srcOrd="1" destOrd="0" presId="urn:microsoft.com/office/officeart/2008/layout/HorizontalMultiLevelHierarchy"/>
    <dgm:cxn modelId="{F01DA3C9-F131-49FB-965B-DB0A871C1B43}" type="presParOf" srcId="{92FB5EEA-4A83-4E31-A893-3EE6F63D7108}" destId="{DEC4A58D-77DF-44EB-B01A-81027CB7ACFB}" srcOrd="0" destOrd="0" presId="urn:microsoft.com/office/officeart/2008/layout/HorizontalMultiLevelHierarchy"/>
    <dgm:cxn modelId="{1328D50F-9442-4809-BFD7-EB16FADBD5ED}" type="presParOf" srcId="{DEC4A58D-77DF-44EB-B01A-81027CB7ACFB}" destId="{9F88F550-BF83-4470-9BB9-6C2C2348C654}" srcOrd="0" destOrd="0" presId="urn:microsoft.com/office/officeart/2008/layout/HorizontalMultiLevelHierarchy"/>
    <dgm:cxn modelId="{4778BC85-07C7-47FA-BA1A-C0F2317F0D7B}" type="presParOf" srcId="{92FB5EEA-4A83-4E31-A893-3EE6F63D7108}" destId="{86C573F7-7291-485F-A22A-D4851CCD89BF}" srcOrd="1" destOrd="0" presId="urn:microsoft.com/office/officeart/2008/layout/HorizontalMultiLevelHierarchy"/>
    <dgm:cxn modelId="{EA64447B-6E0D-4786-9E27-63BA105C0A06}" type="presParOf" srcId="{86C573F7-7291-485F-A22A-D4851CCD89BF}" destId="{61DAAAE9-02E2-4936-89D4-AE218C6C1D6D}" srcOrd="0" destOrd="0" presId="urn:microsoft.com/office/officeart/2008/layout/HorizontalMultiLevelHierarchy"/>
    <dgm:cxn modelId="{9F2E36C5-E6F3-4C16-9D41-54BC2CFAA017}" type="presParOf" srcId="{86C573F7-7291-485F-A22A-D4851CCD89BF}" destId="{BCDC1924-6839-4B3D-8701-E7CF73031F5D}" srcOrd="1" destOrd="0" presId="urn:microsoft.com/office/officeart/2008/layout/HorizontalMultiLevelHierarchy"/>
    <dgm:cxn modelId="{DDBB9970-4F12-42B2-B085-0C0B645BB271}" type="presParOf" srcId="{92FB5EEA-4A83-4E31-A893-3EE6F63D7108}" destId="{0F169933-E7BC-4467-82FB-A4D8FCE5C80B}" srcOrd="2" destOrd="0" presId="urn:microsoft.com/office/officeart/2008/layout/HorizontalMultiLevelHierarchy"/>
    <dgm:cxn modelId="{FA1FBCDA-89D1-498F-8854-888BCDB9F3AB}" type="presParOf" srcId="{0F169933-E7BC-4467-82FB-A4D8FCE5C80B}" destId="{B06FA2E6-DB33-48F0-A1E2-37E1DD11B224}" srcOrd="0" destOrd="0" presId="urn:microsoft.com/office/officeart/2008/layout/HorizontalMultiLevelHierarchy"/>
    <dgm:cxn modelId="{1C038069-8974-4498-9EC0-31FDC1AC07E9}" type="presParOf" srcId="{92FB5EEA-4A83-4E31-A893-3EE6F63D7108}" destId="{45F2929E-7B59-4F95-8C86-8251F15DDC9D}" srcOrd="3" destOrd="0" presId="urn:microsoft.com/office/officeart/2008/layout/HorizontalMultiLevelHierarchy"/>
    <dgm:cxn modelId="{F0CF9865-BE52-4A2D-A6ED-947A3F5EB7E8}" type="presParOf" srcId="{45F2929E-7B59-4F95-8C86-8251F15DDC9D}" destId="{8CCAF476-38AC-40C3-B66E-0904FFE708FB}" srcOrd="0" destOrd="0" presId="urn:microsoft.com/office/officeart/2008/layout/HorizontalMultiLevelHierarchy"/>
    <dgm:cxn modelId="{05989754-6FCF-438A-9AE1-112DB17455E7}" type="presParOf" srcId="{45F2929E-7B59-4F95-8C86-8251F15DDC9D}" destId="{0B5C404A-BD13-4DD2-8265-0074CA0D65DF}" srcOrd="1" destOrd="0" presId="urn:microsoft.com/office/officeart/2008/layout/HorizontalMultiLevelHierarchy"/>
    <dgm:cxn modelId="{EC14A1DB-D323-41C6-A463-7ADB1E2F62BC}" type="presParOf" srcId="{FF507293-AF91-42E5-A409-CA8B27FEB452}" destId="{5CD0CD8B-2A1E-434F-A10C-C368A0077EE6}" srcOrd="2" destOrd="0" presId="urn:microsoft.com/office/officeart/2008/layout/HorizontalMultiLevelHierarchy"/>
    <dgm:cxn modelId="{A615D72B-1F49-40BB-9C17-C0C61F833C5A}" type="presParOf" srcId="{5CD0CD8B-2A1E-434F-A10C-C368A0077EE6}" destId="{ABEF152E-2484-4BBF-8194-DF9FE97D133B}" srcOrd="0" destOrd="0" presId="urn:microsoft.com/office/officeart/2008/layout/HorizontalMultiLevelHierarchy"/>
    <dgm:cxn modelId="{E34022FE-4E21-4BB2-BB1E-EDF4D684ED58}" type="presParOf" srcId="{FF507293-AF91-42E5-A409-CA8B27FEB452}" destId="{D0BCB504-959E-4CEE-AD0E-5B78E531B7A6}" srcOrd="3" destOrd="0" presId="urn:microsoft.com/office/officeart/2008/layout/HorizontalMultiLevelHierarchy"/>
    <dgm:cxn modelId="{D177CE4B-EBF6-42CE-BC9C-DEE42BE8C15F}" type="presParOf" srcId="{D0BCB504-959E-4CEE-AD0E-5B78E531B7A6}" destId="{3978C217-1EAD-48DA-9585-FA7E10730B05}" srcOrd="0" destOrd="0" presId="urn:microsoft.com/office/officeart/2008/layout/HorizontalMultiLevelHierarchy"/>
    <dgm:cxn modelId="{F97312E2-F674-4B34-954B-C0C44A62E57E}" type="presParOf" srcId="{D0BCB504-959E-4CEE-AD0E-5B78E531B7A6}" destId="{48E4998C-5E11-40E9-B8FA-89610D38B619}" srcOrd="1" destOrd="0" presId="urn:microsoft.com/office/officeart/2008/layout/HorizontalMultiLevelHierarchy"/>
    <dgm:cxn modelId="{0999EA74-EB6E-47A2-A61F-32EB6DD36E60}" type="presParOf" srcId="{48E4998C-5E11-40E9-B8FA-89610D38B619}" destId="{79F6E6A6-205E-467A-B532-62BAAC902E73}" srcOrd="0" destOrd="0" presId="urn:microsoft.com/office/officeart/2008/layout/HorizontalMultiLevelHierarchy"/>
    <dgm:cxn modelId="{CB9E4D29-5F41-4F5D-B13F-9F27DFC9ADF4}" type="presParOf" srcId="{79F6E6A6-205E-467A-B532-62BAAC902E73}" destId="{09EAF327-8037-4094-89A2-5420DD3F2E1A}" srcOrd="0" destOrd="0" presId="urn:microsoft.com/office/officeart/2008/layout/HorizontalMultiLevelHierarchy"/>
    <dgm:cxn modelId="{73F72CD6-9DBD-4768-A798-F8B28BDD63D0}" type="presParOf" srcId="{48E4998C-5E11-40E9-B8FA-89610D38B619}" destId="{CF7AEAB1-25D8-47E7-87C2-57062B1B04D7}" srcOrd="1" destOrd="0" presId="urn:microsoft.com/office/officeart/2008/layout/HorizontalMultiLevelHierarchy"/>
    <dgm:cxn modelId="{1B7BD97C-DDC6-4CFC-A2CC-B25A5BC5ED65}" type="presParOf" srcId="{CF7AEAB1-25D8-47E7-87C2-57062B1B04D7}" destId="{FF41341C-A39A-4825-8BD1-ED962208A294}" srcOrd="0" destOrd="0" presId="urn:microsoft.com/office/officeart/2008/layout/HorizontalMultiLevelHierarchy"/>
    <dgm:cxn modelId="{1063EBFF-730B-4CE6-A552-C0457EA087DE}" type="presParOf" srcId="{CF7AEAB1-25D8-47E7-87C2-57062B1B04D7}" destId="{AD9128BE-677A-4E90-8564-5D5531691AF3}" srcOrd="1" destOrd="0" presId="urn:microsoft.com/office/officeart/2008/layout/HorizontalMultiLevelHierarchy"/>
    <dgm:cxn modelId="{D3A247C8-0714-446C-9769-0D3E51810C65}" type="presParOf" srcId="{48E4998C-5E11-40E9-B8FA-89610D38B619}" destId="{1573A658-B4CA-4703-9310-5A1AE34162E6}" srcOrd="2" destOrd="0" presId="urn:microsoft.com/office/officeart/2008/layout/HorizontalMultiLevelHierarchy"/>
    <dgm:cxn modelId="{0DB1F5E1-5403-42AD-85FD-EE227F7C2145}" type="presParOf" srcId="{1573A658-B4CA-4703-9310-5A1AE34162E6}" destId="{7C3523B6-996B-40AE-A935-314CA3CA9B0D}" srcOrd="0" destOrd="0" presId="urn:microsoft.com/office/officeart/2008/layout/HorizontalMultiLevelHierarchy"/>
    <dgm:cxn modelId="{0ED16BA2-D5A6-481D-A060-59EB7FCFED56}" type="presParOf" srcId="{48E4998C-5E11-40E9-B8FA-89610D38B619}" destId="{66385A88-4438-4271-970E-B8E6370500BF}" srcOrd="3" destOrd="0" presId="urn:microsoft.com/office/officeart/2008/layout/HorizontalMultiLevelHierarchy"/>
    <dgm:cxn modelId="{66346A76-A847-4EE9-AFF0-F4ACE23DE11C}" type="presParOf" srcId="{66385A88-4438-4271-970E-B8E6370500BF}" destId="{8A40A134-7127-4719-B918-3B7093B082E6}" srcOrd="0" destOrd="0" presId="urn:microsoft.com/office/officeart/2008/layout/HorizontalMultiLevelHierarchy"/>
    <dgm:cxn modelId="{C047A5D6-83CD-4E5C-B7FF-75AC1DA35FB3}" type="presParOf" srcId="{66385A88-4438-4271-970E-B8E6370500BF}" destId="{B4FC93FA-6497-49B0-A585-28737FA2D76B}"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BF1145-0815-4835-BAEB-3A247C37E9E3}">
      <dsp:nvSpPr>
        <dsp:cNvPr id="0" name=""/>
        <dsp:cNvSpPr/>
      </dsp:nvSpPr>
      <dsp:spPr>
        <a:xfrm>
          <a:off x="328581" y="10108"/>
          <a:ext cx="8987242" cy="1308884"/>
        </a:xfrm>
        <a:prstGeom prst="rightArrow">
          <a:avLst>
            <a:gd name="adj1" fmla="val 50000"/>
            <a:gd name="adj2" fmla="val 50000"/>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254000" bIns="207785" numCol="1" spcCol="1270" anchor="ctr" anchorCtr="0">
          <a:noAutofit/>
        </a:bodyPr>
        <a:lstStyle/>
        <a:p>
          <a:pPr lvl="0" algn="l" defTabSz="1111250">
            <a:lnSpc>
              <a:spcPct val="90000"/>
            </a:lnSpc>
            <a:spcBef>
              <a:spcPct val="0"/>
            </a:spcBef>
            <a:spcAft>
              <a:spcPct val="35000"/>
            </a:spcAft>
          </a:pPr>
          <a:r>
            <a:rPr lang="en-US" sz="2500" kern="1200" dirty="0"/>
            <a:t>Phase 1</a:t>
          </a:r>
        </a:p>
      </dsp:txBody>
      <dsp:txXfrm>
        <a:off x="328581" y="337329"/>
        <a:ext cx="8660021" cy="654442"/>
      </dsp:txXfrm>
    </dsp:sp>
    <dsp:sp modelId="{3FBB8CA8-B6EF-4F64-B90F-3BCD21F5EAE1}">
      <dsp:nvSpPr>
        <dsp:cNvPr id="0" name=""/>
        <dsp:cNvSpPr/>
      </dsp:nvSpPr>
      <dsp:spPr>
        <a:xfrm>
          <a:off x="328581" y="1019447"/>
          <a:ext cx="2768070" cy="2521394"/>
        </a:xfrm>
        <a:prstGeom prst="rect">
          <a:avLst/>
        </a:prstGeom>
        <a:solidFill>
          <a:schemeClr val="lt1">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t" anchorCtr="0">
          <a:noAutofit/>
        </a:bodyPr>
        <a:lstStyle/>
        <a:p>
          <a:pPr lvl="0" algn="l" defTabSz="1111250">
            <a:lnSpc>
              <a:spcPct val="90000"/>
            </a:lnSpc>
            <a:spcBef>
              <a:spcPct val="0"/>
            </a:spcBef>
            <a:spcAft>
              <a:spcPct val="35000"/>
            </a:spcAft>
          </a:pPr>
          <a:r>
            <a:rPr lang="en-US" sz="2500" kern="1200" dirty="0"/>
            <a:t>Manual Prototyping</a:t>
          </a:r>
        </a:p>
      </dsp:txBody>
      <dsp:txXfrm>
        <a:off x="328581" y="1019447"/>
        <a:ext cx="2768070" cy="2521394"/>
      </dsp:txXfrm>
    </dsp:sp>
    <dsp:sp modelId="{3B15FCA1-2C80-4674-A29B-C93D70EC2A71}">
      <dsp:nvSpPr>
        <dsp:cNvPr id="0" name=""/>
        <dsp:cNvSpPr/>
      </dsp:nvSpPr>
      <dsp:spPr>
        <a:xfrm>
          <a:off x="3096652" y="446403"/>
          <a:ext cx="6219172" cy="1308884"/>
        </a:xfrm>
        <a:prstGeom prst="rightArrow">
          <a:avLst>
            <a:gd name="adj1" fmla="val 50000"/>
            <a:gd name="adj2" fmla="val 50000"/>
          </a:avLst>
        </a:prstGeom>
        <a:solidFill>
          <a:schemeClr val="accent2">
            <a:hueOff val="677407"/>
            <a:satOff val="-3316"/>
            <a:lumOff val="1862"/>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254000" bIns="207785" numCol="1" spcCol="1270" anchor="ctr" anchorCtr="0">
          <a:noAutofit/>
        </a:bodyPr>
        <a:lstStyle/>
        <a:p>
          <a:pPr lvl="0" algn="l" defTabSz="1111250">
            <a:lnSpc>
              <a:spcPct val="90000"/>
            </a:lnSpc>
            <a:spcBef>
              <a:spcPct val="0"/>
            </a:spcBef>
            <a:spcAft>
              <a:spcPct val="35000"/>
            </a:spcAft>
          </a:pPr>
          <a:r>
            <a:rPr lang="en-US" sz="2500" kern="1200" dirty="0"/>
            <a:t>Phase 2</a:t>
          </a:r>
        </a:p>
      </dsp:txBody>
      <dsp:txXfrm>
        <a:off x="3096652" y="773624"/>
        <a:ext cx="5891951" cy="654442"/>
      </dsp:txXfrm>
    </dsp:sp>
    <dsp:sp modelId="{391E964D-0BD8-4A7A-A82E-68A57C4914E0}">
      <dsp:nvSpPr>
        <dsp:cNvPr id="0" name=""/>
        <dsp:cNvSpPr/>
      </dsp:nvSpPr>
      <dsp:spPr>
        <a:xfrm>
          <a:off x="3096652" y="1455742"/>
          <a:ext cx="2768070" cy="2521394"/>
        </a:xfrm>
        <a:prstGeom prst="rect">
          <a:avLst/>
        </a:prstGeom>
        <a:solidFill>
          <a:schemeClr val="lt1">
            <a:hueOff val="0"/>
            <a:satOff val="0"/>
            <a:lumOff val="0"/>
            <a:alphaOff val="0"/>
          </a:schemeClr>
        </a:solidFill>
        <a:ln w="19050" cap="rnd" cmpd="sng" algn="ctr">
          <a:solidFill>
            <a:schemeClr val="accent2">
              <a:hueOff val="677407"/>
              <a:satOff val="-3316"/>
              <a:lumOff val="186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t" anchorCtr="0">
          <a:noAutofit/>
        </a:bodyPr>
        <a:lstStyle/>
        <a:p>
          <a:pPr lvl="0" algn="l" defTabSz="1111250">
            <a:lnSpc>
              <a:spcPct val="90000"/>
            </a:lnSpc>
            <a:spcBef>
              <a:spcPct val="0"/>
            </a:spcBef>
            <a:spcAft>
              <a:spcPct val="35000"/>
            </a:spcAft>
          </a:pPr>
          <a:r>
            <a:rPr lang="en-US" sz="2500" kern="1200" dirty="0"/>
            <a:t>Soft or Virtual Prototyping</a:t>
          </a:r>
        </a:p>
      </dsp:txBody>
      <dsp:txXfrm>
        <a:off x="3096652" y="1455742"/>
        <a:ext cx="2768070" cy="2521394"/>
      </dsp:txXfrm>
    </dsp:sp>
    <dsp:sp modelId="{57F18E53-5808-44ED-BD85-8505A24D6E15}">
      <dsp:nvSpPr>
        <dsp:cNvPr id="0" name=""/>
        <dsp:cNvSpPr/>
      </dsp:nvSpPr>
      <dsp:spPr>
        <a:xfrm>
          <a:off x="5864723" y="882698"/>
          <a:ext cx="3451101" cy="1308884"/>
        </a:xfrm>
        <a:prstGeom prst="rightArrow">
          <a:avLst>
            <a:gd name="adj1" fmla="val 50000"/>
            <a:gd name="adj2" fmla="val 50000"/>
          </a:avLst>
        </a:prstGeom>
        <a:solidFill>
          <a:schemeClr val="accent2">
            <a:hueOff val="1354814"/>
            <a:satOff val="-6632"/>
            <a:lumOff val="372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254000" bIns="207785" numCol="1" spcCol="1270" anchor="ctr" anchorCtr="0">
          <a:noAutofit/>
        </a:bodyPr>
        <a:lstStyle/>
        <a:p>
          <a:pPr lvl="0" algn="l" defTabSz="1111250">
            <a:lnSpc>
              <a:spcPct val="90000"/>
            </a:lnSpc>
            <a:spcBef>
              <a:spcPct val="0"/>
            </a:spcBef>
            <a:spcAft>
              <a:spcPct val="35000"/>
            </a:spcAft>
          </a:pPr>
          <a:r>
            <a:rPr lang="en-US" sz="2500" kern="1200" dirty="0"/>
            <a:t>Phase 3</a:t>
          </a:r>
        </a:p>
      </dsp:txBody>
      <dsp:txXfrm>
        <a:off x="5864723" y="1209919"/>
        <a:ext cx="3123880" cy="654442"/>
      </dsp:txXfrm>
    </dsp:sp>
    <dsp:sp modelId="{9479F304-3EFE-4381-8C48-4962A3114B8C}">
      <dsp:nvSpPr>
        <dsp:cNvPr id="0" name=""/>
        <dsp:cNvSpPr/>
      </dsp:nvSpPr>
      <dsp:spPr>
        <a:xfrm>
          <a:off x="5864723" y="1892037"/>
          <a:ext cx="2768070" cy="2484493"/>
        </a:xfrm>
        <a:prstGeom prst="rect">
          <a:avLst/>
        </a:prstGeom>
        <a:solidFill>
          <a:schemeClr val="lt1">
            <a:hueOff val="0"/>
            <a:satOff val="0"/>
            <a:lumOff val="0"/>
            <a:alphaOff val="0"/>
          </a:schemeClr>
        </a:solidFill>
        <a:ln w="19050" cap="rnd" cmpd="sng" algn="ctr">
          <a:solidFill>
            <a:schemeClr val="accent2">
              <a:hueOff val="1354814"/>
              <a:satOff val="-6632"/>
              <a:lumOff val="372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t" anchorCtr="0">
          <a:noAutofit/>
        </a:bodyPr>
        <a:lstStyle/>
        <a:p>
          <a:pPr lvl="0" algn="l" defTabSz="1111250">
            <a:lnSpc>
              <a:spcPct val="90000"/>
            </a:lnSpc>
            <a:spcBef>
              <a:spcPct val="0"/>
            </a:spcBef>
            <a:spcAft>
              <a:spcPct val="35000"/>
            </a:spcAft>
          </a:pPr>
          <a:r>
            <a:rPr lang="en-US" sz="2500" kern="1200" dirty="0"/>
            <a:t>Rapid Prototyping</a:t>
          </a:r>
        </a:p>
      </dsp:txBody>
      <dsp:txXfrm>
        <a:off x="5864723" y="1892037"/>
        <a:ext cx="2768070" cy="248449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748DCE-A198-490C-B70F-6849C6076DC4}">
      <dsp:nvSpPr>
        <dsp:cNvPr id="0" name=""/>
        <dsp:cNvSpPr/>
      </dsp:nvSpPr>
      <dsp:spPr>
        <a:xfrm>
          <a:off x="561080" y="517690"/>
          <a:ext cx="3452643" cy="3452643"/>
        </a:xfrm>
        <a:prstGeom prst="blockArc">
          <a:avLst>
            <a:gd name="adj1" fmla="val 10800000"/>
            <a:gd name="adj2" fmla="val 16200000"/>
            <a:gd name="adj3" fmla="val 4643"/>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2740E32-0395-4283-B6CF-96496ECCAEFF}">
      <dsp:nvSpPr>
        <dsp:cNvPr id="0" name=""/>
        <dsp:cNvSpPr/>
      </dsp:nvSpPr>
      <dsp:spPr>
        <a:xfrm>
          <a:off x="561080" y="517690"/>
          <a:ext cx="3452643" cy="3452643"/>
        </a:xfrm>
        <a:prstGeom prst="blockArc">
          <a:avLst>
            <a:gd name="adj1" fmla="val 5400000"/>
            <a:gd name="adj2" fmla="val 10800000"/>
            <a:gd name="adj3" fmla="val 4643"/>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A082E75-3BE1-48F2-9407-542CB6724663}">
      <dsp:nvSpPr>
        <dsp:cNvPr id="0" name=""/>
        <dsp:cNvSpPr/>
      </dsp:nvSpPr>
      <dsp:spPr>
        <a:xfrm>
          <a:off x="561080" y="517690"/>
          <a:ext cx="3452643" cy="3452643"/>
        </a:xfrm>
        <a:prstGeom prst="blockArc">
          <a:avLst>
            <a:gd name="adj1" fmla="val 0"/>
            <a:gd name="adj2" fmla="val 5400000"/>
            <a:gd name="adj3" fmla="val 4643"/>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293C9E8-9372-4488-B3EA-B1B0CF5AED55}">
      <dsp:nvSpPr>
        <dsp:cNvPr id="0" name=""/>
        <dsp:cNvSpPr/>
      </dsp:nvSpPr>
      <dsp:spPr>
        <a:xfrm>
          <a:off x="561080" y="517690"/>
          <a:ext cx="3452643" cy="3452643"/>
        </a:xfrm>
        <a:prstGeom prst="blockArc">
          <a:avLst>
            <a:gd name="adj1" fmla="val 16200000"/>
            <a:gd name="adj2" fmla="val 0"/>
            <a:gd name="adj3" fmla="val 4643"/>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DC563D0-0690-42F3-A0F3-2B2DF27B7373}">
      <dsp:nvSpPr>
        <dsp:cNvPr id="0" name=""/>
        <dsp:cNvSpPr/>
      </dsp:nvSpPr>
      <dsp:spPr>
        <a:xfrm>
          <a:off x="1492172" y="1448782"/>
          <a:ext cx="1590459" cy="1590459"/>
        </a:xfrm>
        <a:prstGeom prst="ellipse">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kern="1200" dirty="0"/>
            <a:t>Rapid Prototyping</a:t>
          </a:r>
        </a:p>
      </dsp:txBody>
      <dsp:txXfrm>
        <a:off x="1725089" y="1681699"/>
        <a:ext cx="1124625" cy="1124625"/>
      </dsp:txXfrm>
    </dsp:sp>
    <dsp:sp modelId="{3F266607-3C8B-4FD1-B6C9-D2428E8E97AE}">
      <dsp:nvSpPr>
        <dsp:cNvPr id="0" name=""/>
        <dsp:cNvSpPr/>
      </dsp:nvSpPr>
      <dsp:spPr>
        <a:xfrm>
          <a:off x="1730741" y="1108"/>
          <a:ext cx="1113321" cy="1113321"/>
        </a:xfrm>
        <a:prstGeom prst="ellipse">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kern="1200" dirty="0"/>
            <a:t>Input</a:t>
          </a:r>
        </a:p>
      </dsp:txBody>
      <dsp:txXfrm>
        <a:off x="1893783" y="164150"/>
        <a:ext cx="787237" cy="787237"/>
      </dsp:txXfrm>
    </dsp:sp>
    <dsp:sp modelId="{0C2E8444-BB96-4587-A91B-17209E7D9C4D}">
      <dsp:nvSpPr>
        <dsp:cNvPr id="0" name=""/>
        <dsp:cNvSpPr/>
      </dsp:nvSpPr>
      <dsp:spPr>
        <a:xfrm>
          <a:off x="3416983" y="1687351"/>
          <a:ext cx="1113321" cy="1113321"/>
        </a:xfrm>
        <a:prstGeom prst="ellipse">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kern="1200" dirty="0"/>
            <a:t>Method</a:t>
          </a:r>
        </a:p>
      </dsp:txBody>
      <dsp:txXfrm>
        <a:off x="3580025" y="1850393"/>
        <a:ext cx="787237" cy="787237"/>
      </dsp:txXfrm>
    </dsp:sp>
    <dsp:sp modelId="{0B2B591B-8884-4CAD-BB25-0B92EBA10D82}">
      <dsp:nvSpPr>
        <dsp:cNvPr id="0" name=""/>
        <dsp:cNvSpPr/>
      </dsp:nvSpPr>
      <dsp:spPr>
        <a:xfrm>
          <a:off x="1730741" y="3373593"/>
          <a:ext cx="1113321" cy="1113321"/>
        </a:xfrm>
        <a:prstGeom prst="ellipse">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kern="1200" dirty="0"/>
            <a:t>Material</a:t>
          </a:r>
        </a:p>
      </dsp:txBody>
      <dsp:txXfrm>
        <a:off x="1893783" y="3536635"/>
        <a:ext cx="787237" cy="787237"/>
      </dsp:txXfrm>
    </dsp:sp>
    <dsp:sp modelId="{58A569D0-7BF1-4A26-9EA9-4030906A436F}">
      <dsp:nvSpPr>
        <dsp:cNvPr id="0" name=""/>
        <dsp:cNvSpPr/>
      </dsp:nvSpPr>
      <dsp:spPr>
        <a:xfrm>
          <a:off x="44499" y="1687351"/>
          <a:ext cx="1113321" cy="1113321"/>
        </a:xfrm>
        <a:prstGeom prst="ellipse">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kern="1200" dirty="0"/>
            <a:t>Application</a:t>
          </a:r>
        </a:p>
      </dsp:txBody>
      <dsp:txXfrm>
        <a:off x="207541" y="1850393"/>
        <a:ext cx="787237" cy="78723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748DCE-A198-490C-B70F-6849C6076DC4}">
      <dsp:nvSpPr>
        <dsp:cNvPr id="0" name=""/>
        <dsp:cNvSpPr/>
      </dsp:nvSpPr>
      <dsp:spPr>
        <a:xfrm>
          <a:off x="561080" y="517690"/>
          <a:ext cx="3452643" cy="3452643"/>
        </a:xfrm>
        <a:prstGeom prst="blockArc">
          <a:avLst>
            <a:gd name="adj1" fmla="val 10800000"/>
            <a:gd name="adj2" fmla="val 16200000"/>
            <a:gd name="adj3" fmla="val 4643"/>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2740E32-0395-4283-B6CF-96496ECCAEFF}">
      <dsp:nvSpPr>
        <dsp:cNvPr id="0" name=""/>
        <dsp:cNvSpPr/>
      </dsp:nvSpPr>
      <dsp:spPr>
        <a:xfrm>
          <a:off x="561080" y="517690"/>
          <a:ext cx="3452643" cy="3452643"/>
        </a:xfrm>
        <a:prstGeom prst="blockArc">
          <a:avLst>
            <a:gd name="adj1" fmla="val 5400000"/>
            <a:gd name="adj2" fmla="val 10800000"/>
            <a:gd name="adj3" fmla="val 4643"/>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A082E75-3BE1-48F2-9407-542CB6724663}">
      <dsp:nvSpPr>
        <dsp:cNvPr id="0" name=""/>
        <dsp:cNvSpPr/>
      </dsp:nvSpPr>
      <dsp:spPr>
        <a:xfrm>
          <a:off x="561080" y="517690"/>
          <a:ext cx="3452643" cy="3452643"/>
        </a:xfrm>
        <a:prstGeom prst="blockArc">
          <a:avLst>
            <a:gd name="adj1" fmla="val 0"/>
            <a:gd name="adj2" fmla="val 5400000"/>
            <a:gd name="adj3" fmla="val 4643"/>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293C9E8-9372-4488-B3EA-B1B0CF5AED55}">
      <dsp:nvSpPr>
        <dsp:cNvPr id="0" name=""/>
        <dsp:cNvSpPr/>
      </dsp:nvSpPr>
      <dsp:spPr>
        <a:xfrm>
          <a:off x="561080" y="517690"/>
          <a:ext cx="3452643" cy="3452643"/>
        </a:xfrm>
        <a:prstGeom prst="blockArc">
          <a:avLst>
            <a:gd name="adj1" fmla="val 16200000"/>
            <a:gd name="adj2" fmla="val 0"/>
            <a:gd name="adj3" fmla="val 4643"/>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DC563D0-0690-42F3-A0F3-2B2DF27B7373}">
      <dsp:nvSpPr>
        <dsp:cNvPr id="0" name=""/>
        <dsp:cNvSpPr/>
      </dsp:nvSpPr>
      <dsp:spPr>
        <a:xfrm>
          <a:off x="1492172" y="1448782"/>
          <a:ext cx="1590459" cy="1590459"/>
        </a:xfrm>
        <a:prstGeom prst="ellipse">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kern="1200" dirty="0"/>
            <a:t>Rapid Prototyping</a:t>
          </a:r>
        </a:p>
      </dsp:txBody>
      <dsp:txXfrm>
        <a:off x="1725089" y="1681699"/>
        <a:ext cx="1124625" cy="1124625"/>
      </dsp:txXfrm>
    </dsp:sp>
    <dsp:sp modelId="{3F266607-3C8B-4FD1-B6C9-D2428E8E97AE}">
      <dsp:nvSpPr>
        <dsp:cNvPr id="0" name=""/>
        <dsp:cNvSpPr/>
      </dsp:nvSpPr>
      <dsp:spPr>
        <a:xfrm>
          <a:off x="1730741" y="1108"/>
          <a:ext cx="1113321" cy="1113321"/>
        </a:xfrm>
        <a:prstGeom prst="ellipse">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kern="1200" dirty="0"/>
            <a:t>Input</a:t>
          </a:r>
        </a:p>
      </dsp:txBody>
      <dsp:txXfrm>
        <a:off x="1893783" y="164150"/>
        <a:ext cx="787237" cy="787237"/>
      </dsp:txXfrm>
    </dsp:sp>
    <dsp:sp modelId="{0C2E8444-BB96-4587-A91B-17209E7D9C4D}">
      <dsp:nvSpPr>
        <dsp:cNvPr id="0" name=""/>
        <dsp:cNvSpPr/>
      </dsp:nvSpPr>
      <dsp:spPr>
        <a:xfrm>
          <a:off x="3416983" y="1687351"/>
          <a:ext cx="1113321" cy="1113321"/>
        </a:xfrm>
        <a:prstGeom prst="ellipse">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kern="1200" dirty="0"/>
            <a:t>Method</a:t>
          </a:r>
        </a:p>
      </dsp:txBody>
      <dsp:txXfrm>
        <a:off x="3580025" y="1850393"/>
        <a:ext cx="787237" cy="787237"/>
      </dsp:txXfrm>
    </dsp:sp>
    <dsp:sp modelId="{0B2B591B-8884-4CAD-BB25-0B92EBA10D82}">
      <dsp:nvSpPr>
        <dsp:cNvPr id="0" name=""/>
        <dsp:cNvSpPr/>
      </dsp:nvSpPr>
      <dsp:spPr>
        <a:xfrm>
          <a:off x="1730741" y="3373593"/>
          <a:ext cx="1113321" cy="1113321"/>
        </a:xfrm>
        <a:prstGeom prst="ellipse">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kern="1200" dirty="0"/>
            <a:t>Material</a:t>
          </a:r>
        </a:p>
      </dsp:txBody>
      <dsp:txXfrm>
        <a:off x="1893783" y="3536635"/>
        <a:ext cx="787237" cy="787237"/>
      </dsp:txXfrm>
    </dsp:sp>
    <dsp:sp modelId="{58A569D0-7BF1-4A26-9EA9-4030906A436F}">
      <dsp:nvSpPr>
        <dsp:cNvPr id="0" name=""/>
        <dsp:cNvSpPr/>
      </dsp:nvSpPr>
      <dsp:spPr>
        <a:xfrm>
          <a:off x="44499" y="1687351"/>
          <a:ext cx="1113321" cy="1113321"/>
        </a:xfrm>
        <a:prstGeom prst="ellipse">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kern="1200" dirty="0"/>
            <a:t>Application</a:t>
          </a:r>
        </a:p>
      </dsp:txBody>
      <dsp:txXfrm>
        <a:off x="207541" y="1850393"/>
        <a:ext cx="787237" cy="78723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73A658-B4CA-4703-9310-5A1AE34162E6}">
      <dsp:nvSpPr>
        <dsp:cNvPr id="0" name=""/>
        <dsp:cNvSpPr/>
      </dsp:nvSpPr>
      <dsp:spPr>
        <a:xfrm>
          <a:off x="4872172" y="3094374"/>
          <a:ext cx="522959" cy="498246"/>
        </a:xfrm>
        <a:custGeom>
          <a:avLst/>
          <a:gdLst/>
          <a:ahLst/>
          <a:cxnLst/>
          <a:rect l="0" t="0" r="0" b="0"/>
          <a:pathLst>
            <a:path>
              <a:moveTo>
                <a:pt x="0" y="0"/>
              </a:moveTo>
              <a:lnTo>
                <a:pt x="261479" y="0"/>
              </a:lnTo>
              <a:lnTo>
                <a:pt x="261479" y="498246"/>
              </a:lnTo>
              <a:lnTo>
                <a:pt x="522959" y="498246"/>
              </a:lnTo>
            </a:path>
          </a:pathLst>
        </a:custGeom>
        <a:noFill/>
        <a:ln w="19050" cap="rnd"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5115594" y="3325440"/>
        <a:ext cx="36115" cy="36115"/>
      </dsp:txXfrm>
    </dsp:sp>
    <dsp:sp modelId="{79F6E6A6-205E-467A-B532-62BAAC902E73}">
      <dsp:nvSpPr>
        <dsp:cNvPr id="0" name=""/>
        <dsp:cNvSpPr/>
      </dsp:nvSpPr>
      <dsp:spPr>
        <a:xfrm>
          <a:off x="4872172" y="2596127"/>
          <a:ext cx="522959" cy="498246"/>
        </a:xfrm>
        <a:custGeom>
          <a:avLst/>
          <a:gdLst/>
          <a:ahLst/>
          <a:cxnLst/>
          <a:rect l="0" t="0" r="0" b="0"/>
          <a:pathLst>
            <a:path>
              <a:moveTo>
                <a:pt x="0" y="498246"/>
              </a:moveTo>
              <a:lnTo>
                <a:pt x="261479" y="498246"/>
              </a:lnTo>
              <a:lnTo>
                <a:pt x="261479" y="0"/>
              </a:lnTo>
              <a:lnTo>
                <a:pt x="522959" y="0"/>
              </a:lnTo>
            </a:path>
          </a:pathLst>
        </a:custGeom>
        <a:noFill/>
        <a:ln w="19050" cap="rnd"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5115594" y="2827193"/>
        <a:ext cx="36115" cy="36115"/>
      </dsp:txXfrm>
    </dsp:sp>
    <dsp:sp modelId="{5CD0CD8B-2A1E-434F-A10C-C368A0077EE6}">
      <dsp:nvSpPr>
        <dsp:cNvPr id="0" name=""/>
        <dsp:cNvSpPr/>
      </dsp:nvSpPr>
      <dsp:spPr>
        <a:xfrm>
          <a:off x="1734413" y="2097881"/>
          <a:ext cx="522959" cy="996493"/>
        </a:xfrm>
        <a:custGeom>
          <a:avLst/>
          <a:gdLst/>
          <a:ahLst/>
          <a:cxnLst/>
          <a:rect l="0" t="0" r="0" b="0"/>
          <a:pathLst>
            <a:path>
              <a:moveTo>
                <a:pt x="0" y="0"/>
              </a:moveTo>
              <a:lnTo>
                <a:pt x="261479" y="0"/>
              </a:lnTo>
              <a:lnTo>
                <a:pt x="261479" y="996493"/>
              </a:lnTo>
              <a:lnTo>
                <a:pt x="522959" y="996493"/>
              </a:lnTo>
            </a:path>
          </a:pathLst>
        </a:custGeom>
        <a:noFill/>
        <a:ln w="19050" cap="rnd"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1967759" y="2567993"/>
        <a:ext cx="56269" cy="56269"/>
      </dsp:txXfrm>
    </dsp:sp>
    <dsp:sp modelId="{0F169933-E7BC-4467-82FB-A4D8FCE5C80B}">
      <dsp:nvSpPr>
        <dsp:cNvPr id="0" name=""/>
        <dsp:cNvSpPr/>
      </dsp:nvSpPr>
      <dsp:spPr>
        <a:xfrm>
          <a:off x="4872172" y="1101387"/>
          <a:ext cx="522959" cy="498246"/>
        </a:xfrm>
        <a:custGeom>
          <a:avLst/>
          <a:gdLst/>
          <a:ahLst/>
          <a:cxnLst/>
          <a:rect l="0" t="0" r="0" b="0"/>
          <a:pathLst>
            <a:path>
              <a:moveTo>
                <a:pt x="0" y="0"/>
              </a:moveTo>
              <a:lnTo>
                <a:pt x="261479" y="0"/>
              </a:lnTo>
              <a:lnTo>
                <a:pt x="261479" y="498246"/>
              </a:lnTo>
              <a:lnTo>
                <a:pt x="522959" y="498246"/>
              </a:lnTo>
            </a:path>
          </a:pathLst>
        </a:custGeom>
        <a:noFill/>
        <a:ln w="19050" cap="rnd"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5115594" y="1332453"/>
        <a:ext cx="36115" cy="36115"/>
      </dsp:txXfrm>
    </dsp:sp>
    <dsp:sp modelId="{DEC4A58D-77DF-44EB-B01A-81027CB7ACFB}">
      <dsp:nvSpPr>
        <dsp:cNvPr id="0" name=""/>
        <dsp:cNvSpPr/>
      </dsp:nvSpPr>
      <dsp:spPr>
        <a:xfrm>
          <a:off x="4872172" y="603140"/>
          <a:ext cx="550232" cy="498246"/>
        </a:xfrm>
        <a:custGeom>
          <a:avLst/>
          <a:gdLst/>
          <a:ahLst/>
          <a:cxnLst/>
          <a:rect l="0" t="0" r="0" b="0"/>
          <a:pathLst>
            <a:path>
              <a:moveTo>
                <a:pt x="0" y="498246"/>
              </a:moveTo>
              <a:lnTo>
                <a:pt x="275116" y="498246"/>
              </a:lnTo>
              <a:lnTo>
                <a:pt x="275116" y="0"/>
              </a:lnTo>
              <a:lnTo>
                <a:pt x="550232" y="0"/>
              </a:lnTo>
            </a:path>
          </a:pathLst>
        </a:custGeom>
        <a:noFill/>
        <a:ln w="19050" cap="rnd"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5128731" y="833706"/>
        <a:ext cx="37114" cy="37114"/>
      </dsp:txXfrm>
    </dsp:sp>
    <dsp:sp modelId="{610998E4-CEF4-4B2B-8018-C4C694B038D3}">
      <dsp:nvSpPr>
        <dsp:cNvPr id="0" name=""/>
        <dsp:cNvSpPr/>
      </dsp:nvSpPr>
      <dsp:spPr>
        <a:xfrm>
          <a:off x="1734413" y="1101387"/>
          <a:ext cx="522959" cy="996493"/>
        </a:xfrm>
        <a:custGeom>
          <a:avLst/>
          <a:gdLst/>
          <a:ahLst/>
          <a:cxnLst/>
          <a:rect l="0" t="0" r="0" b="0"/>
          <a:pathLst>
            <a:path>
              <a:moveTo>
                <a:pt x="0" y="996493"/>
              </a:moveTo>
              <a:lnTo>
                <a:pt x="261479" y="996493"/>
              </a:lnTo>
              <a:lnTo>
                <a:pt x="261479" y="0"/>
              </a:lnTo>
              <a:lnTo>
                <a:pt x="522959" y="0"/>
              </a:lnTo>
            </a:path>
          </a:pathLst>
        </a:custGeom>
        <a:noFill/>
        <a:ln w="19050" cap="rnd"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1967759" y="1571499"/>
        <a:ext cx="56269" cy="56269"/>
      </dsp:txXfrm>
    </dsp:sp>
    <dsp:sp modelId="{2C9C4AC1-F648-48ED-9B4E-DF98278506CB}">
      <dsp:nvSpPr>
        <dsp:cNvPr id="0" name=""/>
        <dsp:cNvSpPr/>
      </dsp:nvSpPr>
      <dsp:spPr>
        <a:xfrm rot="16200000">
          <a:off x="-762064" y="1699283"/>
          <a:ext cx="4195762" cy="797194"/>
        </a:xfrm>
        <a:prstGeom prst="rect">
          <a:avLst/>
        </a:prstGeom>
        <a:solidFill>
          <a:schemeClr val="lt1">
            <a:hueOff val="0"/>
            <a:satOff val="0"/>
            <a:lumOff val="0"/>
            <a:alphaOff val="0"/>
          </a:schemeClr>
        </a:solidFill>
        <a:ln w="19050"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lvl="0" algn="ctr" defTabSz="1200150">
            <a:lnSpc>
              <a:spcPct val="90000"/>
            </a:lnSpc>
            <a:spcBef>
              <a:spcPct val="0"/>
            </a:spcBef>
            <a:spcAft>
              <a:spcPct val="35000"/>
            </a:spcAft>
          </a:pPr>
          <a:r>
            <a:rPr lang="en-US" sz="2700" kern="1200" dirty="0"/>
            <a:t>Advantages of Rapid Prototyping</a:t>
          </a:r>
        </a:p>
      </dsp:txBody>
      <dsp:txXfrm>
        <a:off x="-762064" y="1699283"/>
        <a:ext cx="4195762" cy="797194"/>
      </dsp:txXfrm>
    </dsp:sp>
    <dsp:sp modelId="{299AAF0D-43E5-4321-8E6A-B1580982E25C}">
      <dsp:nvSpPr>
        <dsp:cNvPr id="0" name=""/>
        <dsp:cNvSpPr/>
      </dsp:nvSpPr>
      <dsp:spPr>
        <a:xfrm>
          <a:off x="2257373" y="702790"/>
          <a:ext cx="2614798" cy="797194"/>
        </a:xfrm>
        <a:prstGeom prst="rect">
          <a:avLst/>
        </a:prstGeom>
        <a:solidFill>
          <a:schemeClr val="lt1">
            <a:hueOff val="0"/>
            <a:satOff val="0"/>
            <a:lumOff val="0"/>
            <a:alphaOff val="0"/>
          </a:schemeClr>
        </a:solidFill>
        <a:ln w="19050"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a:t>Direct Benefits 	</a:t>
          </a:r>
        </a:p>
      </dsp:txBody>
      <dsp:txXfrm>
        <a:off x="2257373" y="702790"/>
        <a:ext cx="2614798" cy="797194"/>
      </dsp:txXfrm>
    </dsp:sp>
    <dsp:sp modelId="{61DAAAE9-02E2-4936-89D4-AE218C6C1D6D}">
      <dsp:nvSpPr>
        <dsp:cNvPr id="0" name=""/>
        <dsp:cNvSpPr/>
      </dsp:nvSpPr>
      <dsp:spPr>
        <a:xfrm>
          <a:off x="5422404" y="204543"/>
          <a:ext cx="2614798" cy="797194"/>
        </a:xfrm>
        <a:prstGeom prst="rect">
          <a:avLst/>
        </a:prstGeom>
        <a:solidFill>
          <a:schemeClr val="lt1">
            <a:hueOff val="0"/>
            <a:satOff val="0"/>
            <a:lumOff val="0"/>
            <a:alphaOff val="0"/>
          </a:schemeClr>
        </a:solidFill>
        <a:ln w="19050"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a:t>Benefits to Product Designers</a:t>
          </a:r>
        </a:p>
      </dsp:txBody>
      <dsp:txXfrm>
        <a:off x="5422404" y="204543"/>
        <a:ext cx="2614798" cy="797194"/>
      </dsp:txXfrm>
    </dsp:sp>
    <dsp:sp modelId="{8CCAF476-38AC-40C3-B66E-0904FFE708FB}">
      <dsp:nvSpPr>
        <dsp:cNvPr id="0" name=""/>
        <dsp:cNvSpPr/>
      </dsp:nvSpPr>
      <dsp:spPr>
        <a:xfrm>
          <a:off x="5395132" y="1201036"/>
          <a:ext cx="2614798" cy="797194"/>
        </a:xfrm>
        <a:prstGeom prst="rect">
          <a:avLst/>
        </a:prstGeom>
        <a:solidFill>
          <a:schemeClr val="lt1">
            <a:hueOff val="0"/>
            <a:satOff val="0"/>
            <a:lumOff val="0"/>
            <a:alphaOff val="0"/>
          </a:schemeClr>
        </a:solidFill>
        <a:ln w="19050"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a:t>Benefits to tooling and Manufacturing Engg</a:t>
          </a:r>
        </a:p>
      </dsp:txBody>
      <dsp:txXfrm>
        <a:off x="5395132" y="1201036"/>
        <a:ext cx="2614798" cy="797194"/>
      </dsp:txXfrm>
    </dsp:sp>
    <dsp:sp modelId="{3978C217-1EAD-48DA-9585-FA7E10730B05}">
      <dsp:nvSpPr>
        <dsp:cNvPr id="0" name=""/>
        <dsp:cNvSpPr/>
      </dsp:nvSpPr>
      <dsp:spPr>
        <a:xfrm>
          <a:off x="2257373" y="2695777"/>
          <a:ext cx="2614798" cy="797194"/>
        </a:xfrm>
        <a:prstGeom prst="rect">
          <a:avLst/>
        </a:prstGeom>
        <a:solidFill>
          <a:schemeClr val="lt1">
            <a:hueOff val="0"/>
            <a:satOff val="0"/>
            <a:lumOff val="0"/>
            <a:alphaOff val="0"/>
          </a:schemeClr>
        </a:solidFill>
        <a:ln w="19050"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a:t>Indirect Benefits </a:t>
          </a:r>
        </a:p>
      </dsp:txBody>
      <dsp:txXfrm>
        <a:off x="2257373" y="2695777"/>
        <a:ext cx="2614798" cy="797194"/>
      </dsp:txXfrm>
    </dsp:sp>
    <dsp:sp modelId="{FF41341C-A39A-4825-8BD1-ED962208A294}">
      <dsp:nvSpPr>
        <dsp:cNvPr id="0" name=""/>
        <dsp:cNvSpPr/>
      </dsp:nvSpPr>
      <dsp:spPr>
        <a:xfrm>
          <a:off x="5395132" y="2197530"/>
          <a:ext cx="2614798" cy="797194"/>
        </a:xfrm>
        <a:prstGeom prst="rect">
          <a:avLst/>
        </a:prstGeom>
        <a:solidFill>
          <a:schemeClr val="lt1">
            <a:hueOff val="0"/>
            <a:satOff val="0"/>
            <a:lumOff val="0"/>
            <a:alphaOff val="0"/>
          </a:schemeClr>
        </a:solidFill>
        <a:ln w="19050"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a:t>Benefits to Marketers</a:t>
          </a:r>
        </a:p>
      </dsp:txBody>
      <dsp:txXfrm>
        <a:off x="5395132" y="2197530"/>
        <a:ext cx="2614798" cy="797194"/>
      </dsp:txXfrm>
    </dsp:sp>
    <dsp:sp modelId="{8A40A134-7127-4719-B918-3B7093B082E6}">
      <dsp:nvSpPr>
        <dsp:cNvPr id="0" name=""/>
        <dsp:cNvSpPr/>
      </dsp:nvSpPr>
      <dsp:spPr>
        <a:xfrm>
          <a:off x="5395132" y="3194023"/>
          <a:ext cx="2614798" cy="797194"/>
        </a:xfrm>
        <a:prstGeom prst="rect">
          <a:avLst/>
        </a:prstGeom>
        <a:solidFill>
          <a:schemeClr val="lt1">
            <a:hueOff val="0"/>
            <a:satOff val="0"/>
            <a:lumOff val="0"/>
            <a:alphaOff val="0"/>
          </a:schemeClr>
        </a:solidFill>
        <a:ln w="19050" cap="rnd"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a:t>Benefits to Consumers</a:t>
          </a:r>
        </a:p>
      </dsp:txBody>
      <dsp:txXfrm>
        <a:off x="5395132" y="3194023"/>
        <a:ext cx="2614798" cy="797194"/>
      </dsp:txXfrm>
    </dsp:sp>
  </dsp:spTree>
</dsp:drawing>
</file>

<file path=ppt/diagrams/layout1.xml><?xml version="1.0" encoding="utf-8"?>
<dgm:layoutDef xmlns:dgm="http://schemas.openxmlformats.org/drawingml/2006/diagram" xmlns:a="http://schemas.openxmlformats.org/drawingml/2006/main" uniqueId="urn:microsoft.com/office/officeart/2009/3/layout/IncreasingArrowsProcess">
  <dgm:title val=""/>
  <dgm:desc val=""/>
  <dgm:catLst>
    <dgm:cat type="process" pri="5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val="5"/>
      <dgm:chPref val="5"/>
      <dgm:dir/>
      <dgm:animLvl val="lvl"/>
    </dgm:varLst>
    <dgm:shape xmlns:r="http://schemas.openxmlformats.org/officeDocument/2006/relationships" r:blip="">
      <dgm:adjLst/>
    </dgm:shape>
    <dgm:choose name="Name1">
      <dgm:if name="Name2" axis="ch" ptType="node" func="cnt" op="equ" val="1">
        <dgm:choose name="Name3">
          <dgm:if name="Name4" axis="ch ch" ptType="node node" func="cnt" op="equ" val="0">
            <dgm:alg type="composite">
              <dgm:param type="ar" val="6.8662"/>
            </dgm:alg>
            <dgm:choose name="Name5">
              <dgm:if name="Name6" func="var" arg="dir" op="equ" val="norm">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if>
              <dgm:else name="Name7">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else>
            </dgm:choose>
          </dgm:if>
          <dgm:else name="Name8">
            <dgm:alg type="composite">
              <dgm:param type="ar" val="1.9864"/>
            </dgm:alg>
            <dgm:choose name="Name9">
              <dgm:if name="Name10" func="var" arg="dir" op="equ" val="norm">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
                  <dgm:constr type="t" for="ch" forName="childText1" refType="h" fact="0.224"/>
                  <dgm:constr type="w" for="ch" forName="childText1" refType="w" fact="0.9241"/>
                  <dgm:constr type="h" for="ch" forName="childText1" refType="h" fact="0.776"/>
                </dgm:constrLst>
              </dgm:if>
              <dgm:else name="Name11">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076"/>
                  <dgm:constr type="t" for="ch" forName="childText1" refType="h" fact="0.224"/>
                  <dgm:constr type="w" for="ch" forName="childText1" refType="w" fact="0.9241"/>
                  <dgm:constr type="h" for="ch" forName="childText1" refType="h" fact="0.776"/>
                </dgm:constrLst>
              </dgm:else>
            </dgm:choose>
          </dgm:else>
        </dgm:choose>
      </dgm:if>
      <dgm:if name="Name12" axis="ch" ptType="node" func="cnt" op="equ" val="2">
        <dgm:choose name="Name13">
          <dgm:if name="Name14" axis="ch ch" ptType="node node" func="cnt" op="equ" val="0">
            <dgm:alg type="composite">
              <dgm:param type="ar" val="5.1498"/>
            </dgm:alg>
            <dgm:choose name="Name15">
              <dgm:if name="Name16" func="var" arg="dir" op="equ" val="norm">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462"/>
                  <dgm:constr type="t" for="ch" forName="parentText2" refType="h" fact="0.2499"/>
                  <dgm:constr type="w" for="ch" forName="parentText2" refType="w" fact="0.538"/>
                  <dgm:constr type="h" for="ch" forName="parentText2" refType="h" fact="0.7501"/>
                </dgm:constrLst>
              </dgm:if>
              <dgm:else name="Name17">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
                  <dgm:constr type="t" for="ch" forName="parentText2" refType="h" fact="0.2499"/>
                  <dgm:constr type="w" for="ch" forName="parentText2" refType="w" fact="0.538"/>
                  <dgm:constr type="h" for="ch" forName="parentText2" refType="h" fact="0.7501"/>
                </dgm:constrLst>
              </dgm:else>
            </dgm:choose>
          </dgm:if>
          <dgm:else name="Name18">
            <dgm:alg type="composite">
              <dgm:param type="ar" val="2.0563"/>
            </dgm:alg>
            <dgm:choose name="Name19">
              <dgm:if name="Name2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462"/>
                  <dgm:constr type="t" for="ch" forName="parentText2" refType="h" fact="0.0998"/>
                  <dgm:constr type="w" for="ch" forName="parentText2" refType="w" fact="0.538"/>
                  <dgm:constr type="h" for="ch" forName="parentText2" refType="h" fact="0.2995"/>
                  <dgm:constr type="l" for="ch" forName="childText1" refType="w" fact="0"/>
                  <dgm:constr type="t" for="ch" forName="childText1" refType="h" fact="0.2317"/>
                  <dgm:constr type="w" for="ch" forName="childText1" refType="w" fact="0.462"/>
                  <dgm:constr type="h" for="ch" forName="childText1" refType="h" fact="0.6685"/>
                  <dgm:constr type="l" for="ch" forName="childText2" refType="w" fact="0.462"/>
                  <dgm:constr type="t" for="ch" forName="childText2" refType="h" fact="0.3315"/>
                  <dgm:constr type="w" for="ch" forName="childText2" refType="w" fact="0.462"/>
                  <dgm:constr type="h" for="ch" forName="childText2" refType="h" fact="0.6685"/>
                </dgm:constrLst>
              </dgm:if>
              <dgm:else name="Name2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
                  <dgm:constr type="t" for="ch" forName="parentText2" refType="h" fact="0.0998"/>
                  <dgm:constr type="w" for="ch" forName="parentText2" refType="w" fact="0.538"/>
                  <dgm:constr type="h" for="ch" forName="parentText2" refType="h" fact="0.2995"/>
                  <dgm:constr type="l" for="ch" forName="childText1" refType="w" fact="0.538"/>
                  <dgm:constr type="t" for="ch" forName="childText1" refType="h" fact="0.2317"/>
                  <dgm:constr type="w" for="ch" forName="childText1" refType="w" fact="0.462"/>
                  <dgm:constr type="h" for="ch" forName="childText1" refType="h" fact="0.6685"/>
                  <dgm:constr type="l" for="ch" forName="childText2" refType="w" fact="0.076"/>
                  <dgm:constr type="t" for="ch" forName="childText2" refType="h" fact="0.3315"/>
                  <dgm:constr type="w" for="ch" forName="childText2" refType="w" fact="0.462"/>
                  <dgm:constr type="h" for="ch" forName="childText2" refType="h" fact="0.6685"/>
                </dgm:constrLst>
              </dgm:else>
            </dgm:choose>
          </dgm:else>
        </dgm:choose>
      </dgm:if>
      <dgm:if name="Name22" axis="ch" ptType="node" func="cnt" op="equ" val="3">
        <dgm:choose name="Name23">
          <dgm:if name="Name24" axis="ch ch" ptType="node node" func="cnt" op="equ" val="0">
            <dgm:alg type="composite">
              <dgm:param type="ar" val="4.1198"/>
            </dgm:alg>
            <dgm:choose name="Name25">
              <dgm:if name="Name2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308"/>
                  <dgm:constr type="t" for="ch" forName="parentText2" refType="h" fact="0.2"/>
                  <dgm:constr type="w" for="ch" forName="parentText2" refType="w" fact="0.692"/>
                  <dgm:constr type="h" for="ch" forName="parentText2" refType="h" fact="0.6"/>
                  <dgm:constr type="l" for="ch" forName="parentText3" refType="w" fact="0.616"/>
                  <dgm:constr type="t" for="ch" forName="parentText3" refType="h" fact="0.4"/>
                  <dgm:constr type="w" for="ch" forName="parentText3" refType="w" fact="0.384"/>
                  <dgm:constr type="h" for="ch" forName="parentText3" refType="h" fact="0.6"/>
                </dgm:constrLst>
              </dgm:if>
              <dgm:else name="Name2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
                  <dgm:constr type="t" for="ch" forName="parentText2" refType="h" fact="0.2"/>
                  <dgm:constr type="w" for="ch" forName="parentText2" refType="w" fact="0.692"/>
                  <dgm:constr type="h" for="ch" forName="parentText2" refType="h" fact="0.6"/>
                  <dgm:constr type="l" for="ch" forName="parentText3" refType="w" fact="0"/>
                  <dgm:constr type="t" for="ch" forName="parentText3" refType="h" fact="0.4"/>
                  <dgm:constr type="w" for="ch" forName="parentText3" refType="w" fact="0.384"/>
                  <dgm:constr type="h" for="ch" forName="parentText3" refType="h" fact="0.6"/>
                </dgm:constrLst>
              </dgm:else>
            </dgm:choose>
          </dgm:if>
          <dgm:else name="Name28">
            <dgm:alg type="composite">
              <dgm:param type="ar" val="2.0702"/>
            </dgm:alg>
            <dgm:choose name="Name29">
              <dgm:if name="Name3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
                  <dgm:constr type="t" for="ch" forName="childText1" refType="h" fact="0.2325"/>
                  <dgm:constr type="w" for="ch" forName="childText1" refType="w" fact="0.308"/>
                  <dgm:constr type="h" for="ch" forName="childText1" refType="h" fact="0.5808"/>
                  <dgm:constr type="l" for="ch" forName="childText2" refType="w" fact="0.308"/>
                  <dgm:constr type="t" for="ch" forName="childText2" refType="h" fact="0.333"/>
                  <dgm:constr type="w" for="ch" forName="childText2" refType="w" fact="0.308"/>
                  <dgm:constr type="h" for="ch" forName="childText2" refType="h" fact="0.5808"/>
                  <dgm:constr type="l" for="ch" forName="childText3" refType="w" fact="0.61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308"/>
                  <dgm:constr type="t" for="ch" forName="parentText2" refType="h" fact="0.1005"/>
                  <dgm:constr type="w" for="ch" forName="parentText2" refType="w" fact="0.692"/>
                  <dgm:constr type="h" for="ch" forName="parentText2" refType="h" fact="0.3015"/>
                  <dgm:constr type="l" for="ch" forName="parentText3" refType="w" fact="0.616"/>
                  <dgm:constr type="t" for="ch" forName="parentText3" refType="h" fact="0.201"/>
                  <dgm:constr type="w" for="ch" forName="parentText3" refType="w" fact="0.384"/>
                  <dgm:constr type="h" for="ch" forName="parentText3" refType="h" fact="0.3015"/>
                </dgm:constrLst>
              </dgm:if>
              <dgm:else name="Name3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692"/>
                  <dgm:constr type="t" for="ch" forName="childText1" refType="h" fact="0.2325"/>
                  <dgm:constr type="w" for="ch" forName="childText1" refType="w" fact="0.308"/>
                  <dgm:constr type="h" for="ch" forName="childText1" refType="h" fact="0.5808"/>
                  <dgm:constr type="l" for="ch" forName="childText2" refType="w" fact="0.384"/>
                  <dgm:constr type="t" for="ch" forName="childText2" refType="h" fact="0.333"/>
                  <dgm:constr type="w" for="ch" forName="childText2" refType="w" fact="0.308"/>
                  <dgm:constr type="h" for="ch" forName="childText2" refType="h" fact="0.5808"/>
                  <dgm:constr type="l" for="ch" forName="childText3" refType="w" fact="0.07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
                  <dgm:constr type="t" for="ch" forName="parentText2" refType="h" fact="0.1005"/>
                  <dgm:constr type="w" for="ch" forName="parentText2" refType="w" fact="0.692"/>
                  <dgm:constr type="h" for="ch" forName="parentText2" refType="h" fact="0.3015"/>
                  <dgm:constr type="l" for="ch" forName="parentText3" refType="w" fact="0"/>
                  <dgm:constr type="t" for="ch" forName="parentText3" refType="h" fact="0.201"/>
                  <dgm:constr type="w" for="ch" forName="parentText3" refType="w" fact="0.384"/>
                  <dgm:constr type="h" for="ch" forName="parentText3" refType="h" fact="0.3015"/>
                </dgm:constrLst>
              </dgm:else>
            </dgm:choose>
          </dgm:else>
        </dgm:choose>
      </dgm:if>
      <dgm:if name="Name32" axis="ch" ptType="node" func="cnt" op="equ" val="4">
        <dgm:choose name="Name33">
          <dgm:if name="Name34" axis="ch ch" ptType="node node" func="cnt" op="equ" val="0">
            <dgm:alg type="composite">
              <dgm:param type="ar" val="3.435"/>
            </dgm:alg>
            <dgm:choose name="Name35">
              <dgm:if name="Name3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2305"/>
                  <dgm:constr type="t" for="ch" forName="parentText2" refType="h" fact="0.1666"/>
                  <dgm:constr type="w" for="ch" forName="parentText2" refType="w" fact="0.7695"/>
                  <dgm:constr type="h" for="ch" forName="parentText2" refType="h" fact="0.5001"/>
                  <dgm:constr type="l" for="ch" forName="parentText3" refType="w" fact="0.461"/>
                  <dgm:constr type="t" for="ch" forName="parentText3" refType="h" fact="0.3333"/>
                  <dgm:constr type="w" for="ch" forName="parentText3" refType="w" fact="0.539"/>
                  <dgm:constr type="h" for="ch" forName="parentText3" refType="h" fact="0.5001"/>
                  <dgm:constr type="l" for="ch" forName="parentText4" refType="w" fact="0.6915"/>
                  <dgm:constr type="t" for="ch" forName="parentText4" refType="h" fact="0.4999"/>
                  <dgm:constr type="w" for="ch" forName="parentText4" refType="w" fact="0.3085"/>
                  <dgm:constr type="h" for="ch" forName="parentText4" refType="h" fact="0.5001"/>
                </dgm:constrLst>
              </dgm:if>
              <dgm:else name="Name3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
                  <dgm:constr type="t" for="ch" forName="parentText2" refType="h" fact="0.1666"/>
                  <dgm:constr type="w" for="ch" forName="parentText2" refType="w" fact="0.7695"/>
                  <dgm:constr type="h" for="ch" forName="parentText2" refType="h" fact="0.5001"/>
                  <dgm:constr type="l" for="ch" forName="parentText3" refType="w" fact="0"/>
                  <dgm:constr type="t" for="ch" forName="parentText3" refType="h" fact="0.3333"/>
                  <dgm:constr type="w" for="ch" forName="parentText3" refType="w" fact="0.539"/>
                  <dgm:constr type="h" for="ch" forName="parentText3" refType="h" fact="0.5001"/>
                  <dgm:constr type="l" for="ch" forName="parentText4" refType="w" fact="0"/>
                  <dgm:constr type="t" for="ch" forName="parentText4" refType="h" fact="0.4999"/>
                  <dgm:constr type="w" for="ch" forName="parentText4" refType="w" fact="0.3085"/>
                  <dgm:constr type="h" for="ch" forName="parentText4" refType="h" fact="0.5001"/>
                </dgm:constrLst>
              </dgm:else>
            </dgm:choose>
          </dgm:if>
          <dgm:else name="Name38">
            <dgm:alg type="composite">
              <dgm:param type="ar" val="1.9377"/>
            </dgm:alg>
            <dgm:choose name="Name39">
              <dgm:if name="Name4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
                  <dgm:constr type="t" for="ch" forName="childText1" refType="h" fact="0.218"/>
                  <dgm:constr type="w" for="ch" forName="childText1" refType="w" fact="0.2305"/>
                  <dgm:constr type="h" for="ch" forName="childText1" refType="h" fact="0.5218"/>
                  <dgm:constr type="l" for="ch" forName="childText2" refType="w" fact="0.2305"/>
                  <dgm:constr type="t" for="ch" forName="childText2" refType="h" fact="0.312"/>
                  <dgm:constr type="w" for="ch" forName="childText2" refType="w" fact="0.2305"/>
                  <dgm:constr type="h" for="ch" forName="childText2" refType="h" fact="0.5085"/>
                  <dgm:constr type="l" for="ch" forName="childText3" refType="w" fact="0.461"/>
                  <dgm:constr type="t" for="ch" forName="childText3" refType="h" fact="0.406"/>
                  <dgm:constr type="w" for="ch" forName="childText3" refType="w" fact="0.2305"/>
                  <dgm:constr type="h" for="ch" forName="childText3" refType="h" fact="0.5119"/>
                  <dgm:constr type="l" for="ch" forName="childText4" refType="w" fact="0.6915"/>
                  <dgm:constr type="t" for="ch" forName="childText4" refType="h" fact="0.5"/>
                  <dgm:constr type="w" for="ch" forName="childText4" refType="w" fact="0.232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2305"/>
                  <dgm:constr type="t" for="ch" forName="parentText2" refType="h" fact="0.094"/>
                  <dgm:constr type="w" for="ch" forName="parentText2" refType="w" fact="0.7695"/>
                  <dgm:constr type="h" for="ch" forName="parentText2" refType="h" fact="0.2821"/>
                  <dgm:constr type="l" for="ch" forName="parentText3" refType="w" fact="0.461"/>
                  <dgm:constr type="t" for="ch" forName="parentText3" refType="h" fact="0.188"/>
                  <dgm:constr type="w" for="ch" forName="parentText3" refType="w" fact="0.539"/>
                  <dgm:constr type="h" for="ch" forName="parentText3" refType="h" fact="0.2821"/>
                  <dgm:constr type="l" for="ch" forName="parentText4" refType="w" fact="0.6915"/>
                  <dgm:constr type="t" for="ch" forName="parentText4" refType="h" fact="0.282"/>
                  <dgm:constr type="w" for="ch" forName="parentText4" refType="w" fact="0.3085"/>
                  <dgm:constr type="h" for="ch" forName="parentText4" refType="h" fact="0.2821"/>
                </dgm:constrLst>
              </dgm:if>
              <dgm:else name="Name4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7695"/>
                  <dgm:constr type="t" for="ch" forName="childText1" refType="h" fact="0.218"/>
                  <dgm:constr type="w" for="ch" forName="childText1" refType="w" fact="0.2305"/>
                  <dgm:constr type="h" for="ch" forName="childText1" refType="h" fact="0.5218"/>
                  <dgm:constr type="l" for="ch" forName="childText2" refType="w" fact="0.539"/>
                  <dgm:constr type="t" for="ch" forName="childText2" refType="h" fact="0.312"/>
                  <dgm:constr type="w" for="ch" forName="childText2" refType="w" fact="0.2305"/>
                  <dgm:constr type="h" for="ch" forName="childText2" refType="h" fact="0.5085"/>
                  <dgm:constr type="l" for="ch" forName="childText3" refType="w" fact="0.3085"/>
                  <dgm:constr type="t" for="ch" forName="childText3" refType="h" fact="0.406"/>
                  <dgm:constr type="w" for="ch" forName="childText3" refType="w" fact="0.2305"/>
                  <dgm:constr type="h" for="ch" forName="childText3" refType="h" fact="0.5119"/>
                  <dgm:constr type="l" for="ch" forName="childText4" refType="w" fact="0.076"/>
                  <dgm:constr type="t" for="ch" forName="childText4" refType="h" fact="0.5"/>
                  <dgm:constr type="w" for="ch" forName="childText4" refType="w" fact="0.234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
                  <dgm:constr type="t" for="ch" forName="parentText2" refType="h" fact="0.094"/>
                  <dgm:constr type="w" for="ch" forName="parentText2" refType="w" fact="0.7695"/>
                  <dgm:constr type="h" for="ch" forName="parentText2" refType="h" fact="0.2821"/>
                  <dgm:constr type="l" for="ch" forName="parentText3" refType="w" fact="0"/>
                  <dgm:constr type="t" for="ch" forName="parentText3" refType="h" fact="0.188"/>
                  <dgm:constr type="w" for="ch" forName="parentText3" refType="w" fact="0.539"/>
                  <dgm:constr type="h" for="ch" forName="parentText3" refType="h" fact="0.2821"/>
                  <dgm:constr type="l" for="ch" forName="parentText4" refType="w" fact="0"/>
                  <dgm:constr type="t" for="ch" forName="parentText4" refType="h" fact="0.282"/>
                  <dgm:constr type="w" for="ch" forName="parentText4" refType="w" fact="0.3085"/>
                  <dgm:constr type="h" for="ch" forName="parentText4" refType="h" fact="0.2821"/>
                </dgm:constrLst>
              </dgm:else>
            </dgm:choose>
          </dgm:else>
        </dgm:choose>
      </dgm:if>
      <dgm:else name="Name42">
        <dgm:choose name="Name43">
          <dgm:if name="Name44" axis="ch ch" ptType="node node" func="cnt" op="equ" val="0">
            <dgm:alg type="composite">
              <dgm:param type="ar" val="2.9463"/>
            </dgm:alg>
            <dgm:choose name="Name45">
              <dgm:if name="Name4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1848"/>
                  <dgm:constr type="t" for="ch" forName="parentText2" refType="h" fact="0.1429"/>
                  <dgm:constr type="w" for="ch" forName="parentText2" refType="w" fact="0.8152"/>
                  <dgm:constr type="h" for="ch" forName="parentText2" refType="h" fact="0.4285"/>
                  <dgm:constr type="l" for="ch" forName="parentText3" refType="w" fact="0.3696"/>
                  <dgm:constr type="t" for="ch" forName="parentText3" refType="h" fact="0.2858"/>
                  <dgm:constr type="w" for="ch" forName="parentText3" refType="w" fact="0.6304"/>
                  <dgm:constr type="h" for="ch" forName="parentText3" refType="h" fact="0.4285"/>
                  <dgm:constr type="l" for="ch" forName="parentText4" refType="w" fact="0.5545"/>
                  <dgm:constr type="t" for="ch" forName="parentText4" refType="h" fact="0.4286"/>
                  <dgm:constr type="w" for="ch" forName="parentText4" refType="w" fact="0.4455"/>
                  <dgm:constr type="h" for="ch" forName="parentText4" refType="h" fact="0.4285"/>
                  <dgm:constr type="l" for="ch" forName="parentText5" refType="w" fact="0.7393"/>
                  <dgm:constr type="t" for="ch" forName="parentText5" refType="h" fact="0.5715"/>
                  <dgm:constr type="w" for="ch" forName="parentText5" refType="w" fact="0.2607"/>
                  <dgm:constr type="h" for="ch" forName="parentText5" refType="h" fact="0.4285"/>
                </dgm:constrLst>
              </dgm:if>
              <dgm:else name="Name4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
                  <dgm:constr type="t" for="ch" forName="parentText2" refType="h" fact="0.1429"/>
                  <dgm:constr type="w" for="ch" forName="parentText2" refType="w" fact="0.8152"/>
                  <dgm:constr type="h" for="ch" forName="parentText2" refType="h" fact="0.4285"/>
                  <dgm:constr type="l" for="ch" forName="parentText3" refType="w" fact="0"/>
                  <dgm:constr type="t" for="ch" forName="parentText3" refType="h" fact="0.2858"/>
                  <dgm:constr type="w" for="ch" forName="parentText3" refType="w" fact="0.6304"/>
                  <dgm:constr type="h" for="ch" forName="parentText3" refType="h" fact="0.4285"/>
                  <dgm:constr type="l" for="ch" forName="parentText4" refType="w" fact="0"/>
                  <dgm:constr type="t" for="ch" forName="parentText4" refType="h" fact="0.4286"/>
                  <dgm:constr type="w" for="ch" forName="parentText4" refType="w" fact="0.4455"/>
                  <dgm:constr type="h" for="ch" forName="parentText4" refType="h" fact="0.4285"/>
                  <dgm:constr type="l" for="ch" forName="parentText5" refType="w" fact="0"/>
                  <dgm:constr type="t" for="ch" forName="parentText5" refType="h" fact="0.5715"/>
                  <dgm:constr type="w" for="ch" forName="parentText5" refType="w" fact="0.2607"/>
                  <dgm:constr type="h" for="ch" forName="parentText5" refType="h" fact="0.4285"/>
                </dgm:constrLst>
              </dgm:else>
            </dgm:choose>
          </dgm:if>
          <dgm:else name="Name48">
            <dgm:alg type="composite">
              <dgm:param type="ar" val="1.7837"/>
            </dgm:alg>
            <dgm:choose name="Name49">
              <dgm:if name="Name5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
                  <dgm:constr type="t" for="ch" forName="childText1" refType="h" fact="0.1997"/>
                  <dgm:constr type="w" for="ch" forName="childText1" refType="w" fact="0.18482"/>
                  <dgm:constr type="h" for="ch" forName="childText1" refType="h" fact="0.4763"/>
                  <dgm:constr type="l" for="ch" forName="childText2" refType="w" fact="0.1848"/>
                  <dgm:constr type="t" for="ch" forName="childText2" refType="h" fact="0.2862"/>
                  <dgm:constr type="w" for="ch" forName="childText2" refType="w" fact="0.18482"/>
                  <dgm:constr type="h" for="ch" forName="childText2" refType="h" fact="0.4763"/>
                  <dgm:constr type="l" for="ch" forName="childText3" refType="w" fact="0.3696"/>
                  <dgm:constr type="t" for="ch" forName="childText3" refType="h" fact="0.3727"/>
                  <dgm:constr type="w" for="ch" forName="childText3" refType="w" fact="0.18482"/>
                  <dgm:constr type="h" for="ch" forName="childText3" refType="h" fact="0.4763"/>
                  <dgm:constr type="l" for="ch" forName="childText4" refType="w" fact="0.5545"/>
                  <dgm:constr type="t" for="ch" forName="childText4" refType="h" fact="0.4592"/>
                  <dgm:constr type="w" for="ch" forName="childText4" refType="w" fact="0.18482"/>
                  <dgm:constr type="h" for="ch" forName="childText4" refType="h" fact="0.4763"/>
                  <dgm:constr type="l" for="ch" forName="childText5" refType="w" fact="0.7393"/>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1848"/>
                  <dgm:constr type="t" for="ch" forName="parentText2" refType="h" fact="0.0865"/>
                  <dgm:constr type="w" for="ch" forName="parentText2" refType="w" fact="0.8152"/>
                  <dgm:constr type="h" for="ch" forName="parentText2" refType="h" fact="0.2594"/>
                  <dgm:constr type="l" for="ch" forName="parentText3" refType="w" fact="0.3696"/>
                  <dgm:constr type="t" for="ch" forName="parentText3" refType="h" fact="0.173"/>
                  <dgm:constr type="w" for="ch" forName="parentText3" refType="w" fact="0.6304"/>
                  <dgm:constr type="h" for="ch" forName="parentText3" refType="h" fact="0.2594"/>
                  <dgm:constr type="l" for="ch" forName="parentText4" refType="w" fact="0.5545"/>
                  <dgm:constr type="t" for="ch" forName="parentText4" refType="h" fact="0.2595"/>
                  <dgm:constr type="w" for="ch" forName="parentText4" refType="w" fact="0.4455"/>
                  <dgm:constr type="h" for="ch" forName="parentText4" refType="h" fact="0.2594"/>
                  <dgm:constr type="l" for="ch" forName="parentText5" refType="w" fact="0.7393"/>
                  <dgm:constr type="t" for="ch" forName="parentText5" refType="h" fact="0.346"/>
                  <dgm:constr type="w" for="ch" forName="parentText5" refType="w" fact="0.2607"/>
                  <dgm:constr type="h" for="ch" forName="parentText5" refType="h" fact="0.2594"/>
                </dgm:constrLst>
              </dgm:if>
              <dgm:else name="Name5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81518"/>
                  <dgm:constr type="t" for="ch" forName="childText1" refType="h" fact="0.1997"/>
                  <dgm:constr type="w" for="ch" forName="childText1" refType="w" fact="0.18482"/>
                  <dgm:constr type="h" for="ch" forName="childText1" refType="h" fact="0.4763"/>
                  <dgm:constr type="l" for="ch" forName="childText2" refType="w" fact="0.63036"/>
                  <dgm:constr type="t" for="ch" forName="childText2" refType="h" fact="0.2862"/>
                  <dgm:constr type="w" for="ch" forName="childText2" refType="w" fact="0.18482"/>
                  <dgm:constr type="h" for="ch" forName="childText2" refType="h" fact="0.4763"/>
                  <dgm:constr type="l" for="ch" forName="childText3" refType="w" fact="0.44554"/>
                  <dgm:constr type="t" for="ch" forName="childText3" refType="h" fact="0.3727"/>
                  <dgm:constr type="w" for="ch" forName="childText3" refType="w" fact="0.18482"/>
                  <dgm:constr type="h" for="ch" forName="childText3" refType="h" fact="0.4763"/>
                  <dgm:constr type="l" for="ch" forName="childText4" refType="w" fact="0.26072"/>
                  <dgm:constr type="t" for="ch" forName="childText4" refType="h" fact="0.4592"/>
                  <dgm:constr type="w" for="ch" forName="childText4" refType="w" fact="0.18482"/>
                  <dgm:constr type="h" for="ch" forName="childText4" refType="h" fact="0.4763"/>
                  <dgm:constr type="l" for="ch" forName="childText5" refType="w" fact="0.0759"/>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
                  <dgm:constr type="t" for="ch" forName="parentText2" refType="h" fact="0.0865"/>
                  <dgm:constr type="w" for="ch" forName="parentText2" refType="w" fact="0.8152"/>
                  <dgm:constr type="h" for="ch" forName="parentText2" refType="h" fact="0.2594"/>
                  <dgm:constr type="l" for="ch" forName="parentText3" refType="w" fact="0"/>
                  <dgm:constr type="t" for="ch" forName="parentText3" refType="h" fact="0.173"/>
                  <dgm:constr type="w" for="ch" forName="parentText3" refType="w" fact="0.6304"/>
                  <dgm:constr type="h" for="ch" forName="parentText3" refType="h" fact="0.2594"/>
                  <dgm:constr type="l" for="ch" forName="parentText4" refType="w" fact="0"/>
                  <dgm:constr type="t" for="ch" forName="parentText4" refType="h" fact="0.2595"/>
                  <dgm:constr type="w" for="ch" forName="parentText4" refType="w" fact="0.4455"/>
                  <dgm:constr type="h" for="ch" forName="parentText4" refType="h" fact="0.2594"/>
                  <dgm:constr type="l" for="ch" forName="parentText5" refType="w" fact="0"/>
                  <dgm:constr type="t" for="ch" forName="parentText5" refType="h" fact="0.346"/>
                  <dgm:constr type="w" for="ch" forName="parentText5" refType="w" fact="0.2607"/>
                  <dgm:constr type="h" for="ch" forName="parentText5" refType="h" fact="0.2594"/>
                </dgm:constrLst>
              </dgm:else>
            </dgm:choose>
          </dgm:else>
        </dgm:choose>
      </dgm:else>
    </dgm:choose>
    <dgm:forEach name="Name52" axis="ch" ptType="node" cnt="1">
      <dgm:layoutNode name="parentText1" styleLbl="node1">
        <dgm:varLst>
          <dgm:chMax/>
          <dgm:chPref val="3"/>
          <dgm:bulletEnabled val="1"/>
        </dgm:varLst>
        <dgm:choose name="Name53">
          <dgm:if name="Name54"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55">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56">
        <dgm:if name="Name57" axis="ch" ptType="node" func="cnt" op="gte" val="1">
          <dgm:layoutNode name="childText1"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dgm:forEach>
    <dgm:forEach name="Name59" axis="ch" ptType="node" st="2" cnt="1">
      <dgm:layoutNode name="parentText2" styleLbl="node1">
        <dgm:varLst>
          <dgm:chMax/>
          <dgm:chPref val="3"/>
          <dgm:bulletEnabled val="1"/>
        </dgm:varLst>
        <dgm:choose name="Name60">
          <dgm:if name="Name61"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2">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63">
        <dgm:if name="Name64" axis="ch" ptType="node" func="cnt" op="gte" val="1">
          <dgm:layoutNode name="childText2"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5"/>
      </dgm:choose>
    </dgm:forEach>
    <dgm:forEach name="Name66" axis="ch" ptType="node" st="3" cnt="1">
      <dgm:layoutNode name="parentText3" styleLbl="node1">
        <dgm:varLst>
          <dgm:chMax/>
          <dgm:chPref val="3"/>
          <dgm:bulletEnabled val="1"/>
        </dgm:varLst>
        <dgm:choose name="Name67">
          <dgm:if name="Name68"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9">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0">
        <dgm:if name="Name71" axis="ch" ptType="node" func="cnt" op="gte" val="1">
          <dgm:layoutNode name="childText3"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forEach>
    <dgm:forEach name="Name73" axis="ch" ptType="node" st="4" cnt="1">
      <dgm:layoutNode name="parentText4" styleLbl="node1">
        <dgm:varLst>
          <dgm:chMax/>
          <dgm:chPref val="3"/>
          <dgm:bulletEnabled val="1"/>
        </dgm:varLst>
        <dgm:choose name="Name74">
          <dgm:if name="Name75"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76">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7">
        <dgm:if name="Name78" axis="ch" ptType="node" func="cnt" op="gte" val="1">
          <dgm:layoutNode name="childText4"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dgm:forEach>
    <dgm:forEach name="Name80" axis="ch" ptType="node" st="5" cnt="1">
      <dgm:layoutNode name="parentText5" styleLbl="node1">
        <dgm:varLst>
          <dgm:chMax/>
          <dgm:chPref val="3"/>
          <dgm:bulletEnabled val="1"/>
        </dgm:varLst>
        <dgm:choose name="Name81">
          <dgm:if name="Name82"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83">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84">
        <dgm:if name="Name85" axis="ch" ptType="node" func="cnt" op="gte" val="1">
          <dgm:layoutNode name="childText5"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6F67A1-9109-44D3-B37B-1F72B54D9F9B}" type="datetimeFigureOut">
              <a:rPr lang="en-US" smtClean="0"/>
              <a:t>11/29/2023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265680-8E12-4170-B5D7-2BA52D070E3C}" type="slidenum">
              <a:rPr lang="en-US" smtClean="0"/>
              <a:t>‹#›</a:t>
            </a:fld>
            <a:endParaRPr lang="en-US"/>
          </a:p>
        </p:txBody>
      </p:sp>
    </p:spTree>
    <p:extLst>
      <p:ext uri="{BB962C8B-B14F-4D97-AF65-F5344CB8AC3E}">
        <p14:creationId xmlns:p14="http://schemas.microsoft.com/office/powerpoint/2010/main" val="15719453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2265680-8E12-4170-B5D7-2BA52D070E3C}" type="slidenum">
              <a:rPr lang="en-US" smtClean="0"/>
              <a:t>1</a:t>
            </a:fld>
            <a:endParaRPr lang="en-US"/>
          </a:p>
        </p:txBody>
      </p:sp>
    </p:spTree>
    <p:extLst>
      <p:ext uri="{BB962C8B-B14F-4D97-AF65-F5344CB8AC3E}">
        <p14:creationId xmlns:p14="http://schemas.microsoft.com/office/powerpoint/2010/main" val="29332524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E8C7D72-60E8-4F3D-A198-9989CEEBADE0}" type="datetime1">
              <a:rPr lang="en-US" smtClean="0"/>
              <a:t>11/29/2023</a:t>
            </a:fld>
            <a:endParaRPr lang="en-US"/>
          </a:p>
        </p:txBody>
      </p:sp>
      <p:sp>
        <p:nvSpPr>
          <p:cNvPr id="5" name="Footer Placeholder 4"/>
          <p:cNvSpPr>
            <a:spLocks noGrp="1"/>
          </p:cNvSpPr>
          <p:nvPr>
            <p:ph type="ftr" sz="quarter" idx="11"/>
          </p:nvPr>
        </p:nvSpPr>
        <p:spPr/>
        <p:txBody>
          <a:bodyPr/>
          <a:lstStyle/>
          <a:p>
            <a:r>
              <a:rPr lang="en-US"/>
              <a:t>MEC135_Unit 5</a:t>
            </a:r>
          </a:p>
        </p:txBody>
      </p:sp>
      <p:sp>
        <p:nvSpPr>
          <p:cNvPr id="6" name="Slide Number Placeholder 5"/>
          <p:cNvSpPr>
            <a:spLocks noGrp="1"/>
          </p:cNvSpPr>
          <p:nvPr>
            <p:ph type="sldNum" sz="quarter" idx="12"/>
          </p:nvPr>
        </p:nvSpPr>
        <p:spPr/>
        <p:txBody>
          <a:bodyPr/>
          <a:lstStyle/>
          <a:p>
            <a:fld id="{642F018D-6242-4F8A-B408-2B825615E750}" type="slidenum">
              <a:rPr lang="en-US" smtClean="0"/>
              <a:t>‹#›</a:t>
            </a:fld>
            <a:endParaRPr lang="en-US"/>
          </a:p>
        </p:txBody>
      </p:sp>
    </p:spTree>
    <p:extLst>
      <p:ext uri="{BB962C8B-B14F-4D97-AF65-F5344CB8AC3E}">
        <p14:creationId xmlns:p14="http://schemas.microsoft.com/office/powerpoint/2010/main" val="25706727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CFD22812-0A7F-428B-864D-FAB7C628BE38}" type="datetime1">
              <a:rPr lang="en-US" smtClean="0"/>
              <a:t>11/29/2023</a:t>
            </a:fld>
            <a:endParaRPr lang="en-US"/>
          </a:p>
        </p:txBody>
      </p:sp>
      <p:sp>
        <p:nvSpPr>
          <p:cNvPr id="5" name="Footer Placeholder 4"/>
          <p:cNvSpPr>
            <a:spLocks noGrp="1"/>
          </p:cNvSpPr>
          <p:nvPr>
            <p:ph type="ftr" sz="quarter" idx="11"/>
          </p:nvPr>
        </p:nvSpPr>
        <p:spPr/>
        <p:txBody>
          <a:bodyPr/>
          <a:lstStyle/>
          <a:p>
            <a:r>
              <a:rPr lang="en-US"/>
              <a:t>MEC135_Unit 5</a:t>
            </a:r>
          </a:p>
        </p:txBody>
      </p:sp>
      <p:sp>
        <p:nvSpPr>
          <p:cNvPr id="6" name="Slide Number Placeholder 5"/>
          <p:cNvSpPr>
            <a:spLocks noGrp="1"/>
          </p:cNvSpPr>
          <p:nvPr>
            <p:ph type="sldNum" sz="quarter" idx="12"/>
          </p:nvPr>
        </p:nvSpPr>
        <p:spPr/>
        <p:txBody>
          <a:bodyPr/>
          <a:lstStyle/>
          <a:p>
            <a:fld id="{642F018D-6242-4F8A-B408-2B825615E750}" type="slidenum">
              <a:rPr lang="en-US" smtClean="0"/>
              <a:t>‹#›</a:t>
            </a:fld>
            <a:endParaRPr lang="en-US"/>
          </a:p>
        </p:txBody>
      </p:sp>
    </p:spTree>
    <p:extLst>
      <p:ext uri="{BB962C8B-B14F-4D97-AF65-F5344CB8AC3E}">
        <p14:creationId xmlns:p14="http://schemas.microsoft.com/office/powerpoint/2010/main" val="1727704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64A47D5-1124-4714-8C08-FD3B00283DD9}" type="datetime1">
              <a:rPr lang="en-US" smtClean="0"/>
              <a:t>11/29/2023</a:t>
            </a:fld>
            <a:endParaRPr lang="en-US"/>
          </a:p>
        </p:txBody>
      </p:sp>
      <p:sp>
        <p:nvSpPr>
          <p:cNvPr id="5" name="Footer Placeholder 4"/>
          <p:cNvSpPr>
            <a:spLocks noGrp="1"/>
          </p:cNvSpPr>
          <p:nvPr>
            <p:ph type="ftr" sz="quarter" idx="11"/>
          </p:nvPr>
        </p:nvSpPr>
        <p:spPr/>
        <p:txBody>
          <a:bodyPr/>
          <a:lstStyle/>
          <a:p>
            <a:r>
              <a:rPr lang="en-US"/>
              <a:t>MEC135_Unit 5</a:t>
            </a:r>
          </a:p>
        </p:txBody>
      </p:sp>
      <p:sp>
        <p:nvSpPr>
          <p:cNvPr id="6" name="Slide Number Placeholder 5"/>
          <p:cNvSpPr>
            <a:spLocks noGrp="1"/>
          </p:cNvSpPr>
          <p:nvPr>
            <p:ph type="sldNum" sz="quarter" idx="12"/>
          </p:nvPr>
        </p:nvSpPr>
        <p:spPr/>
        <p:txBody>
          <a:bodyPr/>
          <a:lstStyle/>
          <a:p>
            <a:fld id="{642F018D-6242-4F8A-B408-2B825615E750}" type="slidenum">
              <a:rPr lang="en-US" smtClean="0"/>
              <a:t>‹#›</a:t>
            </a:fld>
            <a:endParaRPr lang="en-US"/>
          </a:p>
        </p:txBody>
      </p:sp>
    </p:spTree>
    <p:extLst>
      <p:ext uri="{BB962C8B-B14F-4D97-AF65-F5344CB8AC3E}">
        <p14:creationId xmlns:p14="http://schemas.microsoft.com/office/powerpoint/2010/main" val="42179198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BA1D6D7-9621-40D8-859D-8DD97958B8A7}" type="datetime1">
              <a:rPr lang="en-US" smtClean="0"/>
              <a:t>11/29/2023</a:t>
            </a:fld>
            <a:endParaRPr lang="en-US"/>
          </a:p>
        </p:txBody>
      </p:sp>
      <p:sp>
        <p:nvSpPr>
          <p:cNvPr id="6" name="Footer Placeholder 5"/>
          <p:cNvSpPr>
            <a:spLocks noGrp="1"/>
          </p:cNvSpPr>
          <p:nvPr>
            <p:ph type="ftr" sz="quarter" idx="11"/>
          </p:nvPr>
        </p:nvSpPr>
        <p:spPr/>
        <p:txBody>
          <a:bodyPr/>
          <a:lstStyle/>
          <a:p>
            <a:r>
              <a:rPr lang="en-US"/>
              <a:t>MEC135_Unit 5</a:t>
            </a:r>
          </a:p>
        </p:txBody>
      </p:sp>
      <p:sp>
        <p:nvSpPr>
          <p:cNvPr id="7" name="Slide Number Placeholder 6"/>
          <p:cNvSpPr>
            <a:spLocks noGrp="1"/>
          </p:cNvSpPr>
          <p:nvPr>
            <p:ph type="sldNum" sz="quarter" idx="12"/>
          </p:nvPr>
        </p:nvSpPr>
        <p:spPr/>
        <p:txBody>
          <a:bodyPr/>
          <a:lstStyle/>
          <a:p>
            <a:fld id="{642F018D-6242-4F8A-B408-2B825615E750}" type="slidenum">
              <a:rPr lang="en-US" smtClean="0"/>
              <a:t>‹#›</a:t>
            </a:fld>
            <a:endParaRPr lang="en-US"/>
          </a:p>
        </p:txBody>
      </p:sp>
    </p:spTree>
    <p:extLst>
      <p:ext uri="{BB962C8B-B14F-4D97-AF65-F5344CB8AC3E}">
        <p14:creationId xmlns:p14="http://schemas.microsoft.com/office/powerpoint/2010/main" val="19158136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AB9E20E-EB95-4B36-9482-7BC53F89C952}" type="datetime1">
              <a:rPr lang="en-US" smtClean="0"/>
              <a:t>11/29/2023</a:t>
            </a:fld>
            <a:endParaRPr lang="en-US"/>
          </a:p>
        </p:txBody>
      </p:sp>
      <p:sp>
        <p:nvSpPr>
          <p:cNvPr id="8" name="Footer Placeholder 7"/>
          <p:cNvSpPr>
            <a:spLocks noGrp="1"/>
          </p:cNvSpPr>
          <p:nvPr>
            <p:ph type="ftr" sz="quarter" idx="11"/>
          </p:nvPr>
        </p:nvSpPr>
        <p:spPr/>
        <p:txBody>
          <a:bodyPr/>
          <a:lstStyle/>
          <a:p>
            <a:r>
              <a:rPr lang="en-US"/>
              <a:t>MEC135_Unit 5</a:t>
            </a:r>
          </a:p>
        </p:txBody>
      </p:sp>
      <p:sp>
        <p:nvSpPr>
          <p:cNvPr id="9" name="Slide Number Placeholder 8"/>
          <p:cNvSpPr>
            <a:spLocks noGrp="1"/>
          </p:cNvSpPr>
          <p:nvPr>
            <p:ph type="sldNum" sz="quarter" idx="12"/>
          </p:nvPr>
        </p:nvSpPr>
        <p:spPr/>
        <p:txBody>
          <a:bodyPr/>
          <a:lstStyle/>
          <a:p>
            <a:fld id="{642F018D-6242-4F8A-B408-2B825615E750}" type="slidenum">
              <a:rPr lang="en-US" smtClean="0"/>
              <a:t>‹#›</a:t>
            </a:fld>
            <a:endParaRPr lang="en-US"/>
          </a:p>
        </p:txBody>
      </p:sp>
    </p:spTree>
    <p:extLst>
      <p:ext uri="{BB962C8B-B14F-4D97-AF65-F5344CB8AC3E}">
        <p14:creationId xmlns:p14="http://schemas.microsoft.com/office/powerpoint/2010/main" val="36183888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B582E0A6-A1F1-4900-9118-A17CB3CD3C0B}" type="datetime1">
              <a:rPr lang="en-US" smtClean="0"/>
              <a:t>11/29/2023</a:t>
            </a:fld>
            <a:endParaRPr lang="en-US"/>
          </a:p>
        </p:txBody>
      </p:sp>
      <p:sp>
        <p:nvSpPr>
          <p:cNvPr id="5" name="Footer Placeholder 3"/>
          <p:cNvSpPr>
            <a:spLocks noGrp="1"/>
          </p:cNvSpPr>
          <p:nvPr>
            <p:ph type="ftr" sz="quarter" idx="11"/>
          </p:nvPr>
        </p:nvSpPr>
        <p:spPr/>
        <p:txBody>
          <a:bodyPr/>
          <a:lstStyle/>
          <a:p>
            <a:r>
              <a:rPr lang="en-US"/>
              <a:t>MEC135_Unit 5</a:t>
            </a:r>
          </a:p>
        </p:txBody>
      </p:sp>
      <p:sp>
        <p:nvSpPr>
          <p:cNvPr id="6" name="Slide Number Placeholder 4"/>
          <p:cNvSpPr>
            <a:spLocks noGrp="1"/>
          </p:cNvSpPr>
          <p:nvPr>
            <p:ph type="sldNum" sz="quarter" idx="12"/>
          </p:nvPr>
        </p:nvSpPr>
        <p:spPr/>
        <p:txBody>
          <a:bodyPr/>
          <a:lstStyle/>
          <a:p>
            <a:fld id="{642F018D-6242-4F8A-B408-2B825615E750}" type="slidenum">
              <a:rPr lang="en-US" smtClean="0"/>
              <a:t>‹#›</a:t>
            </a:fld>
            <a:endParaRPr lang="en-US"/>
          </a:p>
        </p:txBody>
      </p:sp>
    </p:spTree>
    <p:extLst>
      <p:ext uri="{BB962C8B-B14F-4D97-AF65-F5344CB8AC3E}">
        <p14:creationId xmlns:p14="http://schemas.microsoft.com/office/powerpoint/2010/main" val="35361643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C0A04E2B-C32B-45F0-8EF1-5E19CA3B9A78}" type="datetime1">
              <a:rPr lang="en-US" smtClean="0"/>
              <a:t>11/29/2023</a:t>
            </a:fld>
            <a:endParaRPr lang="en-US"/>
          </a:p>
        </p:txBody>
      </p:sp>
      <p:sp>
        <p:nvSpPr>
          <p:cNvPr id="5" name="Footer Placeholder 2"/>
          <p:cNvSpPr>
            <a:spLocks noGrp="1"/>
          </p:cNvSpPr>
          <p:nvPr>
            <p:ph type="ftr" sz="quarter" idx="11"/>
          </p:nvPr>
        </p:nvSpPr>
        <p:spPr/>
        <p:txBody>
          <a:bodyPr/>
          <a:lstStyle/>
          <a:p>
            <a:r>
              <a:rPr lang="en-US"/>
              <a:t>MEC135_Unit 5</a:t>
            </a:r>
          </a:p>
        </p:txBody>
      </p:sp>
      <p:sp>
        <p:nvSpPr>
          <p:cNvPr id="6" name="Slide Number Placeholder 3"/>
          <p:cNvSpPr>
            <a:spLocks noGrp="1"/>
          </p:cNvSpPr>
          <p:nvPr>
            <p:ph type="sldNum" sz="quarter" idx="12"/>
          </p:nvPr>
        </p:nvSpPr>
        <p:spPr/>
        <p:txBody>
          <a:bodyPr/>
          <a:lstStyle/>
          <a:p>
            <a:fld id="{642F018D-6242-4F8A-B408-2B825615E750}" type="slidenum">
              <a:rPr lang="en-US" smtClean="0"/>
              <a:t>‹#›</a:t>
            </a:fld>
            <a:endParaRPr lang="en-US"/>
          </a:p>
        </p:txBody>
      </p:sp>
    </p:spTree>
    <p:extLst>
      <p:ext uri="{BB962C8B-B14F-4D97-AF65-F5344CB8AC3E}">
        <p14:creationId xmlns:p14="http://schemas.microsoft.com/office/powerpoint/2010/main" val="11113582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fld id="{02180C0B-590E-44F9-9EEE-8627016C0E16}" type="datetime1">
              <a:rPr lang="en-US" smtClean="0"/>
              <a:t>11/29/2023</a:t>
            </a:fld>
            <a:endParaRPr lang="en-US"/>
          </a:p>
        </p:txBody>
      </p:sp>
      <p:sp>
        <p:nvSpPr>
          <p:cNvPr id="5" name="Footer Placeholder 5"/>
          <p:cNvSpPr>
            <a:spLocks noGrp="1"/>
          </p:cNvSpPr>
          <p:nvPr>
            <p:ph type="ftr" sz="quarter" idx="11"/>
          </p:nvPr>
        </p:nvSpPr>
        <p:spPr/>
        <p:txBody>
          <a:bodyPr/>
          <a:lstStyle/>
          <a:p>
            <a:r>
              <a:rPr lang="en-US"/>
              <a:t>MEC135_Unit 5</a:t>
            </a:r>
          </a:p>
        </p:txBody>
      </p:sp>
      <p:sp>
        <p:nvSpPr>
          <p:cNvPr id="6" name="Slide Number Placeholder 6"/>
          <p:cNvSpPr>
            <a:spLocks noGrp="1"/>
          </p:cNvSpPr>
          <p:nvPr>
            <p:ph type="sldNum" sz="quarter" idx="12"/>
          </p:nvPr>
        </p:nvSpPr>
        <p:spPr/>
        <p:txBody>
          <a:bodyPr/>
          <a:lstStyle/>
          <a:p>
            <a:fld id="{642F018D-6242-4F8A-B408-2B825615E750}" type="slidenum">
              <a:rPr lang="en-US" smtClean="0"/>
              <a:t>‹#›</a:t>
            </a:fld>
            <a:endParaRPr lang="en-US"/>
          </a:p>
        </p:txBody>
      </p:sp>
    </p:spTree>
    <p:extLst>
      <p:ext uri="{BB962C8B-B14F-4D97-AF65-F5344CB8AC3E}">
        <p14:creationId xmlns:p14="http://schemas.microsoft.com/office/powerpoint/2010/main" val="39591006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3BD4561-349A-4639-825D-9125A7148D18}" type="datetime1">
              <a:rPr lang="en-US" smtClean="0"/>
              <a:t>11/29/2023</a:t>
            </a:fld>
            <a:endParaRPr lang="en-US"/>
          </a:p>
        </p:txBody>
      </p:sp>
      <p:sp>
        <p:nvSpPr>
          <p:cNvPr id="6" name="Footer Placeholder 5"/>
          <p:cNvSpPr>
            <a:spLocks noGrp="1"/>
          </p:cNvSpPr>
          <p:nvPr>
            <p:ph type="ftr" sz="quarter" idx="11"/>
          </p:nvPr>
        </p:nvSpPr>
        <p:spPr/>
        <p:txBody>
          <a:bodyPr/>
          <a:lstStyle/>
          <a:p>
            <a:r>
              <a:rPr lang="en-US"/>
              <a:t>MEC135_Unit 5</a:t>
            </a:r>
          </a:p>
        </p:txBody>
      </p:sp>
      <p:sp>
        <p:nvSpPr>
          <p:cNvPr id="7" name="Slide Number Placeholder 6"/>
          <p:cNvSpPr>
            <a:spLocks noGrp="1"/>
          </p:cNvSpPr>
          <p:nvPr>
            <p:ph type="sldNum" sz="quarter" idx="12"/>
          </p:nvPr>
        </p:nvSpPr>
        <p:spPr/>
        <p:txBody>
          <a:bodyPr/>
          <a:lstStyle/>
          <a:p>
            <a:fld id="{642F018D-6242-4F8A-B408-2B825615E750}" type="slidenum">
              <a:rPr lang="en-US" smtClean="0"/>
              <a:t>‹#›</a:t>
            </a:fld>
            <a:endParaRPr lang="en-US"/>
          </a:p>
        </p:txBody>
      </p:sp>
    </p:spTree>
    <p:extLst>
      <p:ext uri="{BB962C8B-B14F-4D97-AF65-F5344CB8AC3E}">
        <p14:creationId xmlns:p14="http://schemas.microsoft.com/office/powerpoint/2010/main" val="2226309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50A5B3A-E3AE-4CF3-9C8F-6078C57B2F30}" type="datetime1">
              <a:rPr lang="en-US" smtClean="0"/>
              <a:t>11/29/2023</a:t>
            </a:fld>
            <a:endParaRPr lang="en-US"/>
          </a:p>
        </p:txBody>
      </p:sp>
      <p:sp>
        <p:nvSpPr>
          <p:cNvPr id="6" name="Footer Placeholder 5"/>
          <p:cNvSpPr>
            <a:spLocks noGrp="1"/>
          </p:cNvSpPr>
          <p:nvPr>
            <p:ph type="ftr" sz="quarter" idx="11"/>
          </p:nvPr>
        </p:nvSpPr>
        <p:spPr/>
        <p:txBody>
          <a:bodyPr/>
          <a:lstStyle/>
          <a:p>
            <a:r>
              <a:rPr lang="en-US"/>
              <a:t>MEC135_Unit 5</a:t>
            </a:r>
          </a:p>
        </p:txBody>
      </p:sp>
      <p:sp>
        <p:nvSpPr>
          <p:cNvPr id="7" name="Slide Number Placeholder 6"/>
          <p:cNvSpPr>
            <a:spLocks noGrp="1"/>
          </p:cNvSpPr>
          <p:nvPr>
            <p:ph type="sldNum" sz="quarter" idx="12"/>
          </p:nvPr>
        </p:nvSpPr>
        <p:spPr/>
        <p:txBody>
          <a:bodyPr/>
          <a:lstStyle/>
          <a:p>
            <a:fld id="{642F018D-6242-4F8A-B408-2B825615E750}" type="slidenum">
              <a:rPr lang="en-US" smtClean="0"/>
              <a:t>‹#›</a:t>
            </a:fld>
            <a:endParaRPr lang="en-US"/>
          </a:p>
        </p:txBody>
      </p:sp>
    </p:spTree>
    <p:extLst>
      <p:ext uri="{BB962C8B-B14F-4D97-AF65-F5344CB8AC3E}">
        <p14:creationId xmlns:p14="http://schemas.microsoft.com/office/powerpoint/2010/main" val="239015498"/>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F50A5B3A-E3AE-4CF3-9C8F-6078C57B2F30}" type="datetime1">
              <a:rPr lang="en-US" smtClean="0"/>
              <a:t>11/29/2023</a:t>
            </a:fld>
            <a:endParaRPr lang="en-US"/>
          </a:p>
        </p:txBody>
      </p:sp>
      <p:sp>
        <p:nvSpPr>
          <p:cNvPr id="5" name="Footer Placeholder 4"/>
          <p:cNvSpPr>
            <a:spLocks noGrp="1"/>
          </p:cNvSpPr>
          <p:nvPr>
            <p:ph type="ftr" sz="quarter" idx="11"/>
          </p:nvPr>
        </p:nvSpPr>
        <p:spPr/>
        <p:txBody>
          <a:bodyPr/>
          <a:lstStyle/>
          <a:p>
            <a:r>
              <a:rPr lang="en-US"/>
              <a:t>MEC135_Unit 5</a:t>
            </a:r>
          </a:p>
        </p:txBody>
      </p:sp>
      <p:sp>
        <p:nvSpPr>
          <p:cNvPr id="6" name="Slide Number Placeholder 5"/>
          <p:cNvSpPr>
            <a:spLocks noGrp="1"/>
          </p:cNvSpPr>
          <p:nvPr>
            <p:ph type="sldNum" sz="quarter" idx="12"/>
          </p:nvPr>
        </p:nvSpPr>
        <p:spPr/>
        <p:txBody>
          <a:bodyPr/>
          <a:lstStyle/>
          <a:p>
            <a:fld id="{642F018D-6242-4F8A-B408-2B825615E750}" type="slidenum">
              <a:rPr lang="en-US" smtClean="0"/>
              <a:t>‹#›</a:t>
            </a:fld>
            <a:endParaRPr lang="en-US"/>
          </a:p>
        </p:txBody>
      </p:sp>
    </p:spTree>
    <p:extLst>
      <p:ext uri="{BB962C8B-B14F-4D97-AF65-F5344CB8AC3E}">
        <p14:creationId xmlns:p14="http://schemas.microsoft.com/office/powerpoint/2010/main" val="3175332299"/>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F50A5B3A-E3AE-4CF3-9C8F-6078C57B2F30}" type="datetime1">
              <a:rPr lang="en-US" smtClean="0"/>
              <a:t>11/29/2023</a:t>
            </a:fld>
            <a:endParaRPr lang="en-US"/>
          </a:p>
        </p:txBody>
      </p:sp>
      <p:sp>
        <p:nvSpPr>
          <p:cNvPr id="5" name="Footer Placeholder 4"/>
          <p:cNvSpPr>
            <a:spLocks noGrp="1"/>
          </p:cNvSpPr>
          <p:nvPr>
            <p:ph type="ftr" sz="quarter" idx="11"/>
          </p:nvPr>
        </p:nvSpPr>
        <p:spPr/>
        <p:txBody>
          <a:bodyPr/>
          <a:lstStyle/>
          <a:p>
            <a:r>
              <a:rPr lang="en-US"/>
              <a:t>MEC135_Unit 5</a:t>
            </a:r>
          </a:p>
        </p:txBody>
      </p:sp>
      <p:sp>
        <p:nvSpPr>
          <p:cNvPr id="6" name="Slide Number Placeholder 5"/>
          <p:cNvSpPr>
            <a:spLocks noGrp="1"/>
          </p:cNvSpPr>
          <p:nvPr>
            <p:ph type="sldNum" sz="quarter" idx="12"/>
          </p:nvPr>
        </p:nvSpPr>
        <p:spPr/>
        <p:txBody>
          <a:bodyPr/>
          <a:lstStyle/>
          <a:p>
            <a:fld id="{642F018D-6242-4F8A-B408-2B825615E750}"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723779632"/>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50A5B3A-E3AE-4CF3-9C8F-6078C57B2F30}" type="datetime1">
              <a:rPr lang="en-US" smtClean="0"/>
              <a:t>11/29/2023</a:t>
            </a:fld>
            <a:endParaRPr lang="en-US"/>
          </a:p>
        </p:txBody>
      </p:sp>
      <p:sp>
        <p:nvSpPr>
          <p:cNvPr id="5" name="Footer Placeholder 4"/>
          <p:cNvSpPr>
            <a:spLocks noGrp="1"/>
          </p:cNvSpPr>
          <p:nvPr>
            <p:ph type="ftr" sz="quarter" idx="11"/>
          </p:nvPr>
        </p:nvSpPr>
        <p:spPr/>
        <p:txBody>
          <a:bodyPr/>
          <a:lstStyle/>
          <a:p>
            <a:r>
              <a:rPr lang="en-US"/>
              <a:t>MEC135_Unit 5</a:t>
            </a:r>
          </a:p>
        </p:txBody>
      </p:sp>
      <p:sp>
        <p:nvSpPr>
          <p:cNvPr id="6" name="Slide Number Placeholder 5"/>
          <p:cNvSpPr>
            <a:spLocks noGrp="1"/>
          </p:cNvSpPr>
          <p:nvPr>
            <p:ph type="sldNum" sz="quarter" idx="12"/>
          </p:nvPr>
        </p:nvSpPr>
        <p:spPr/>
        <p:txBody>
          <a:bodyPr/>
          <a:lstStyle/>
          <a:p>
            <a:fld id="{642F018D-6242-4F8A-B408-2B825615E750}" type="slidenum">
              <a:rPr lang="en-US" smtClean="0"/>
              <a:t>‹#›</a:t>
            </a:fld>
            <a:endParaRPr lang="en-US"/>
          </a:p>
        </p:txBody>
      </p:sp>
    </p:spTree>
    <p:extLst>
      <p:ext uri="{BB962C8B-B14F-4D97-AF65-F5344CB8AC3E}">
        <p14:creationId xmlns:p14="http://schemas.microsoft.com/office/powerpoint/2010/main" val="696786080"/>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50A5B3A-E3AE-4CF3-9C8F-6078C57B2F30}" type="datetime1">
              <a:rPr lang="en-US" smtClean="0"/>
              <a:t>11/29/2023</a:t>
            </a:fld>
            <a:endParaRPr lang="en-US"/>
          </a:p>
        </p:txBody>
      </p:sp>
      <p:sp>
        <p:nvSpPr>
          <p:cNvPr id="4" name="Footer Placeholder 4"/>
          <p:cNvSpPr>
            <a:spLocks noGrp="1"/>
          </p:cNvSpPr>
          <p:nvPr>
            <p:ph type="ftr" sz="quarter" idx="11"/>
          </p:nvPr>
        </p:nvSpPr>
        <p:spPr/>
        <p:txBody>
          <a:bodyPr/>
          <a:lstStyle/>
          <a:p>
            <a:r>
              <a:rPr lang="en-US"/>
              <a:t>MEC135_Unit 5</a:t>
            </a:r>
          </a:p>
        </p:txBody>
      </p:sp>
      <p:sp>
        <p:nvSpPr>
          <p:cNvPr id="6" name="Slide Number Placeholder 5"/>
          <p:cNvSpPr>
            <a:spLocks noGrp="1"/>
          </p:cNvSpPr>
          <p:nvPr>
            <p:ph type="sldNum" sz="quarter" idx="12"/>
          </p:nvPr>
        </p:nvSpPr>
        <p:spPr/>
        <p:txBody>
          <a:bodyPr/>
          <a:lstStyle/>
          <a:p>
            <a:fld id="{642F018D-6242-4F8A-B408-2B825615E750}" type="slidenum">
              <a:rPr lang="en-US" smtClean="0"/>
              <a:t>‹#›</a:t>
            </a:fld>
            <a:endParaRPr lang="en-US"/>
          </a:p>
        </p:txBody>
      </p:sp>
    </p:spTree>
    <p:extLst>
      <p:ext uri="{BB962C8B-B14F-4D97-AF65-F5344CB8AC3E}">
        <p14:creationId xmlns:p14="http://schemas.microsoft.com/office/powerpoint/2010/main" val="2126205304"/>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50A5B3A-E3AE-4CF3-9C8F-6078C57B2F30}" type="datetime1">
              <a:rPr lang="en-US" smtClean="0"/>
              <a:t>11/29/2023</a:t>
            </a:fld>
            <a:endParaRPr lang="en-US"/>
          </a:p>
        </p:txBody>
      </p:sp>
      <p:sp>
        <p:nvSpPr>
          <p:cNvPr id="4" name="Footer Placeholder 4"/>
          <p:cNvSpPr>
            <a:spLocks noGrp="1"/>
          </p:cNvSpPr>
          <p:nvPr>
            <p:ph type="ftr" sz="quarter" idx="11"/>
          </p:nvPr>
        </p:nvSpPr>
        <p:spPr/>
        <p:txBody>
          <a:bodyPr/>
          <a:lstStyle/>
          <a:p>
            <a:r>
              <a:rPr lang="en-US"/>
              <a:t>MEC135_Unit 5</a:t>
            </a:r>
          </a:p>
        </p:txBody>
      </p:sp>
      <p:sp>
        <p:nvSpPr>
          <p:cNvPr id="6" name="Slide Number Placeholder 5"/>
          <p:cNvSpPr>
            <a:spLocks noGrp="1"/>
          </p:cNvSpPr>
          <p:nvPr>
            <p:ph type="sldNum" sz="quarter" idx="12"/>
          </p:nvPr>
        </p:nvSpPr>
        <p:spPr/>
        <p:txBody>
          <a:bodyPr/>
          <a:lstStyle/>
          <a:p>
            <a:fld id="{642F018D-6242-4F8A-B408-2B825615E750}" type="slidenum">
              <a:rPr lang="en-US" smtClean="0"/>
              <a:t>‹#›</a:t>
            </a:fld>
            <a:endParaRPr lang="en-US"/>
          </a:p>
        </p:txBody>
      </p:sp>
    </p:spTree>
    <p:extLst>
      <p:ext uri="{BB962C8B-B14F-4D97-AF65-F5344CB8AC3E}">
        <p14:creationId xmlns:p14="http://schemas.microsoft.com/office/powerpoint/2010/main" val="2552918180"/>
      </p:ext>
    </p:extLst>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A610F9-2852-4A0C-8D2D-43CC44B21920}" type="datetime1">
              <a:rPr lang="en-US" smtClean="0"/>
              <a:t>11/29/2023</a:t>
            </a:fld>
            <a:endParaRPr lang="en-US"/>
          </a:p>
        </p:txBody>
      </p:sp>
      <p:sp>
        <p:nvSpPr>
          <p:cNvPr id="5" name="Footer Placeholder 4"/>
          <p:cNvSpPr>
            <a:spLocks noGrp="1"/>
          </p:cNvSpPr>
          <p:nvPr>
            <p:ph type="ftr" sz="quarter" idx="11"/>
          </p:nvPr>
        </p:nvSpPr>
        <p:spPr/>
        <p:txBody>
          <a:bodyPr/>
          <a:lstStyle/>
          <a:p>
            <a:r>
              <a:rPr lang="en-US"/>
              <a:t>MEC135_Unit 5</a:t>
            </a:r>
          </a:p>
        </p:txBody>
      </p:sp>
      <p:sp>
        <p:nvSpPr>
          <p:cNvPr id="6" name="Slide Number Placeholder 5"/>
          <p:cNvSpPr>
            <a:spLocks noGrp="1"/>
          </p:cNvSpPr>
          <p:nvPr>
            <p:ph type="sldNum" sz="quarter" idx="12"/>
          </p:nvPr>
        </p:nvSpPr>
        <p:spPr/>
        <p:txBody>
          <a:bodyPr/>
          <a:lstStyle/>
          <a:p>
            <a:fld id="{642F018D-6242-4F8A-B408-2B825615E750}" type="slidenum">
              <a:rPr lang="en-US" smtClean="0"/>
              <a:t>‹#›</a:t>
            </a:fld>
            <a:endParaRPr lang="en-US"/>
          </a:p>
        </p:txBody>
      </p:sp>
    </p:spTree>
    <p:extLst>
      <p:ext uri="{BB962C8B-B14F-4D97-AF65-F5344CB8AC3E}">
        <p14:creationId xmlns:p14="http://schemas.microsoft.com/office/powerpoint/2010/main" val="21010171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CB4E8E-E663-447B-A133-E30BD80AFD25}" type="datetime1">
              <a:rPr lang="en-US" smtClean="0"/>
              <a:t>11/29/2023</a:t>
            </a:fld>
            <a:endParaRPr lang="en-US"/>
          </a:p>
        </p:txBody>
      </p:sp>
      <p:sp>
        <p:nvSpPr>
          <p:cNvPr id="5" name="Footer Placeholder 4"/>
          <p:cNvSpPr>
            <a:spLocks noGrp="1"/>
          </p:cNvSpPr>
          <p:nvPr>
            <p:ph type="ftr" sz="quarter" idx="11"/>
          </p:nvPr>
        </p:nvSpPr>
        <p:spPr/>
        <p:txBody>
          <a:bodyPr/>
          <a:lstStyle/>
          <a:p>
            <a:r>
              <a:rPr lang="en-US"/>
              <a:t>MEC135_Unit 5</a:t>
            </a:r>
          </a:p>
        </p:txBody>
      </p:sp>
      <p:sp>
        <p:nvSpPr>
          <p:cNvPr id="6" name="Slide Number Placeholder 5"/>
          <p:cNvSpPr>
            <a:spLocks noGrp="1"/>
          </p:cNvSpPr>
          <p:nvPr>
            <p:ph type="sldNum" sz="quarter" idx="12"/>
          </p:nvPr>
        </p:nvSpPr>
        <p:spPr/>
        <p:txBody>
          <a:bodyPr/>
          <a:lstStyle/>
          <a:p>
            <a:fld id="{642F018D-6242-4F8A-B408-2B825615E750}" type="slidenum">
              <a:rPr lang="en-US" smtClean="0"/>
              <a:t>‹#›</a:t>
            </a:fld>
            <a:endParaRPr lang="en-US"/>
          </a:p>
        </p:txBody>
      </p:sp>
    </p:spTree>
    <p:extLst>
      <p:ext uri="{BB962C8B-B14F-4D97-AF65-F5344CB8AC3E}">
        <p14:creationId xmlns:p14="http://schemas.microsoft.com/office/powerpoint/2010/main" val="22384975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F50A5B3A-E3AE-4CF3-9C8F-6078C57B2F30}" type="datetime1">
              <a:rPr lang="en-US" smtClean="0"/>
              <a:t>11/29/2023</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r>
              <a:rPr lang="en-US"/>
              <a:t>MEC135_Unit 5</a:t>
            </a:r>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642F018D-6242-4F8A-B408-2B825615E750}" type="slidenum">
              <a:rPr lang="en-US" smtClean="0"/>
              <a:t>‹#›</a:t>
            </a:fld>
            <a:endParaRPr lang="en-US"/>
          </a:p>
        </p:txBody>
      </p:sp>
    </p:spTree>
    <p:extLst>
      <p:ext uri="{BB962C8B-B14F-4D97-AF65-F5344CB8AC3E}">
        <p14:creationId xmlns:p14="http://schemas.microsoft.com/office/powerpoint/2010/main" val="314003674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www.computerscience.org/resources/3d-printing/"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diagramLayout" Target="../diagrams/layout1.xml"/><Relationship Id="rId7" Type="http://schemas.openxmlformats.org/officeDocument/2006/relationships/image" Target="../media/image15.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openxmlformats.org/officeDocument/2006/relationships/image" Target="../media/image19.png"/><Relationship Id="rId5" Type="http://schemas.openxmlformats.org/officeDocument/2006/relationships/diagramColors" Target="../diagrams/colors1.xml"/><Relationship Id="rId10" Type="http://schemas.openxmlformats.org/officeDocument/2006/relationships/image" Target="../media/image18.png"/><Relationship Id="rId4" Type="http://schemas.openxmlformats.org/officeDocument/2006/relationships/diagramQuickStyle" Target="../diagrams/quickStyle1.xml"/><Relationship Id="rId9"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diagramLayout" Target="../diagrams/layout2.xml"/><Relationship Id="rId7" Type="http://schemas.openxmlformats.org/officeDocument/2006/relationships/image" Target="../media/image24.png"/><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10" Type="http://schemas.openxmlformats.org/officeDocument/2006/relationships/image" Target="../media/image27.png"/><Relationship Id="rId4" Type="http://schemas.openxmlformats.org/officeDocument/2006/relationships/diagramQuickStyle" Target="../diagrams/quickStyle2.xml"/><Relationship Id="rId9"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28.png"/><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B1752D9-23DF-FED9-AA45-7C16F8A0B959}"/>
              </a:ext>
            </a:extLst>
          </p:cNvPr>
          <p:cNvSpPr>
            <a:spLocks noGrp="1"/>
          </p:cNvSpPr>
          <p:nvPr>
            <p:ph type="ctrTitle"/>
          </p:nvPr>
        </p:nvSpPr>
        <p:spPr>
          <a:xfrm>
            <a:off x="1524000" y="1122363"/>
            <a:ext cx="9144000" cy="1266274"/>
          </a:xfrm>
        </p:spPr>
        <p:txBody>
          <a:bodyPr/>
          <a:lstStyle/>
          <a:p>
            <a:r>
              <a:rPr lang="en-US" dirty="0"/>
              <a:t>Unit 5 </a:t>
            </a:r>
          </a:p>
        </p:txBody>
      </p:sp>
      <p:sp>
        <p:nvSpPr>
          <p:cNvPr id="3" name="Subtitle 2">
            <a:extLst>
              <a:ext uri="{FF2B5EF4-FFF2-40B4-BE49-F238E27FC236}">
                <a16:creationId xmlns:a16="http://schemas.microsoft.com/office/drawing/2014/main" xmlns="" id="{49238885-07C3-AF4F-4A72-94F523D5C695}"/>
              </a:ext>
            </a:extLst>
          </p:cNvPr>
          <p:cNvSpPr>
            <a:spLocks noGrp="1"/>
          </p:cNvSpPr>
          <p:nvPr>
            <p:ph type="subTitle" idx="1"/>
          </p:nvPr>
        </p:nvSpPr>
        <p:spPr>
          <a:xfrm>
            <a:off x="1524000" y="2155797"/>
            <a:ext cx="9144000" cy="668304"/>
          </a:xfrm>
        </p:spPr>
        <p:txBody>
          <a:bodyPr/>
          <a:lstStyle/>
          <a:p>
            <a:r>
              <a:rPr lang="en-US" dirty="0">
                <a:effectLst/>
                <a:latin typeface="Arial" panose="020B0604020202020204" pitchFamily="34" charset="0"/>
              </a:rPr>
              <a:t>Introduction to Digital Fabrication</a:t>
            </a:r>
            <a:endParaRPr lang="en-US" dirty="0"/>
          </a:p>
        </p:txBody>
      </p:sp>
      <p:pic>
        <p:nvPicPr>
          <p:cNvPr id="6" name="Picture 5">
            <a:extLst>
              <a:ext uri="{FF2B5EF4-FFF2-40B4-BE49-F238E27FC236}">
                <a16:creationId xmlns:a16="http://schemas.microsoft.com/office/drawing/2014/main" xmlns="" id="{2DFB74A0-8280-52FE-FA32-5EF8DDEC0CCB}"/>
              </a:ext>
            </a:extLst>
          </p:cNvPr>
          <p:cNvPicPr>
            <a:picLocks noChangeAspect="1"/>
          </p:cNvPicPr>
          <p:nvPr/>
        </p:nvPicPr>
        <p:blipFill>
          <a:blip r:embed="rId3"/>
          <a:stretch>
            <a:fillRect/>
          </a:stretch>
        </p:blipFill>
        <p:spPr>
          <a:xfrm>
            <a:off x="1524000" y="3031417"/>
            <a:ext cx="8945967" cy="1002483"/>
          </a:xfrm>
          <a:prstGeom prst="rect">
            <a:avLst/>
          </a:prstGeom>
        </p:spPr>
      </p:pic>
    </p:spTree>
    <p:extLst>
      <p:ext uri="{BB962C8B-B14F-4D97-AF65-F5344CB8AC3E}">
        <p14:creationId xmlns:p14="http://schemas.microsoft.com/office/powerpoint/2010/main" val="395118325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608102E-7305-EACD-503C-BD7EEB64A774}"/>
              </a:ext>
            </a:extLst>
          </p:cNvPr>
          <p:cNvSpPr>
            <a:spLocks noGrp="1"/>
          </p:cNvSpPr>
          <p:nvPr>
            <p:ph type="title"/>
          </p:nvPr>
        </p:nvSpPr>
        <p:spPr>
          <a:xfrm>
            <a:off x="838200" y="365126"/>
            <a:ext cx="10515600" cy="634116"/>
          </a:xfrm>
        </p:spPr>
        <p:txBody>
          <a:bodyPr>
            <a:normAutofit fontScale="90000"/>
          </a:bodyPr>
          <a:lstStyle/>
          <a:p>
            <a:r>
              <a:rPr lang="en-US" dirty="0"/>
              <a:t>Content </a:t>
            </a:r>
          </a:p>
        </p:txBody>
      </p:sp>
      <p:sp>
        <p:nvSpPr>
          <p:cNvPr id="3" name="Content Placeholder 2">
            <a:extLst>
              <a:ext uri="{FF2B5EF4-FFF2-40B4-BE49-F238E27FC236}">
                <a16:creationId xmlns:a16="http://schemas.microsoft.com/office/drawing/2014/main" xmlns="" id="{097517FA-C5FE-724F-588D-557B81AB0743}"/>
              </a:ext>
            </a:extLst>
          </p:cNvPr>
          <p:cNvSpPr>
            <a:spLocks noGrp="1"/>
          </p:cNvSpPr>
          <p:nvPr>
            <p:ph idx="1"/>
          </p:nvPr>
        </p:nvSpPr>
        <p:spPr>
          <a:xfrm>
            <a:off x="913614" y="999242"/>
            <a:ext cx="10515600" cy="5177721"/>
          </a:xfrm>
        </p:spPr>
        <p:txBody>
          <a:bodyPr/>
          <a:lstStyle/>
          <a:p>
            <a:pPr marL="514350" indent="-514350">
              <a:buFont typeface="+mj-lt"/>
              <a:buAutoNum type="arabicPeriod"/>
            </a:pPr>
            <a:r>
              <a:rPr lang="en-US" dirty="0">
                <a:effectLst/>
                <a:latin typeface="Arial" panose="020B0604020202020204" pitchFamily="34" charset="0"/>
              </a:rPr>
              <a:t>Need of digital manufacturing</a:t>
            </a:r>
          </a:p>
          <a:p>
            <a:pPr marL="514350" indent="-514350">
              <a:buFont typeface="+mj-lt"/>
              <a:buAutoNum type="arabicPeriod"/>
            </a:pPr>
            <a:r>
              <a:rPr lang="en-US" dirty="0">
                <a:effectLst/>
                <a:latin typeface="Arial" panose="020B0604020202020204" pitchFamily="34" charset="0"/>
              </a:rPr>
              <a:t>Prototype</a:t>
            </a:r>
            <a:endParaRPr lang="en-US" dirty="0">
              <a:latin typeface="Arial" panose="020B0604020202020204" pitchFamily="34" charset="0"/>
            </a:endParaRPr>
          </a:p>
          <a:p>
            <a:pPr marL="514350" indent="-514350">
              <a:buFont typeface="+mj-lt"/>
              <a:buAutoNum type="arabicPeriod"/>
            </a:pPr>
            <a:r>
              <a:rPr lang="en-US" dirty="0">
                <a:effectLst/>
                <a:latin typeface="Arial" panose="020B0604020202020204" pitchFamily="34" charset="0"/>
              </a:rPr>
              <a:t>Types and roles of prototypes</a:t>
            </a:r>
          </a:p>
          <a:p>
            <a:pPr marL="514350" indent="-514350">
              <a:buFont typeface="+mj-lt"/>
              <a:buAutoNum type="arabicPeriod"/>
            </a:pPr>
            <a:r>
              <a:rPr lang="en-US" dirty="0">
                <a:latin typeface="Arial" panose="020B0604020202020204" pitchFamily="34" charset="0"/>
              </a:rPr>
              <a:t>R</a:t>
            </a:r>
            <a:r>
              <a:rPr lang="en-US" dirty="0">
                <a:effectLst/>
                <a:latin typeface="Arial" panose="020B0604020202020204" pitchFamily="34" charset="0"/>
              </a:rPr>
              <a:t>apid prototyping (RPT)</a:t>
            </a:r>
            <a:endParaRPr lang="en-US" dirty="0">
              <a:latin typeface="Arial" panose="020B0604020202020204" pitchFamily="34" charset="0"/>
            </a:endParaRPr>
          </a:p>
          <a:p>
            <a:pPr marL="514350" indent="-514350">
              <a:buFont typeface="+mj-lt"/>
              <a:buAutoNum type="arabicPeriod"/>
            </a:pPr>
            <a:r>
              <a:rPr lang="en-US" dirty="0">
                <a:latin typeface="Arial" panose="020B0604020202020204" pitchFamily="34" charset="0"/>
              </a:rPr>
              <a:t>P</a:t>
            </a:r>
            <a:r>
              <a:rPr lang="en-US" dirty="0">
                <a:effectLst/>
                <a:latin typeface="Arial" panose="020B0604020202020204" pitchFamily="34" charset="0"/>
              </a:rPr>
              <a:t>hases of RPT</a:t>
            </a:r>
          </a:p>
          <a:p>
            <a:pPr marL="514350" indent="-514350">
              <a:buFont typeface="+mj-lt"/>
              <a:buAutoNum type="arabicPeriod"/>
            </a:pPr>
            <a:r>
              <a:rPr lang="en-US" dirty="0">
                <a:effectLst/>
                <a:latin typeface="Arial" panose="020B0604020202020204" pitchFamily="34" charset="0"/>
              </a:rPr>
              <a:t>Fundamentals of RPT  and </a:t>
            </a:r>
            <a:r>
              <a:rPr lang="en-US" dirty="0">
                <a:latin typeface="Arial" panose="020B0604020202020204" pitchFamily="34" charset="0"/>
              </a:rPr>
              <a:t>A</a:t>
            </a:r>
            <a:r>
              <a:rPr lang="en-US" dirty="0">
                <a:effectLst/>
                <a:latin typeface="Arial" panose="020B0604020202020204" pitchFamily="34" charset="0"/>
              </a:rPr>
              <a:t>dvantages</a:t>
            </a:r>
            <a:endParaRPr lang="en-US" dirty="0"/>
          </a:p>
        </p:txBody>
      </p:sp>
      <p:sp>
        <p:nvSpPr>
          <p:cNvPr id="4" name="Footer Placeholder 3">
            <a:extLst>
              <a:ext uri="{FF2B5EF4-FFF2-40B4-BE49-F238E27FC236}">
                <a16:creationId xmlns:a16="http://schemas.microsoft.com/office/drawing/2014/main" xmlns="" id="{9F6E9974-BF33-B221-152D-227DE9EF6C9A}"/>
              </a:ext>
            </a:extLst>
          </p:cNvPr>
          <p:cNvSpPr>
            <a:spLocks noGrp="1"/>
          </p:cNvSpPr>
          <p:nvPr>
            <p:ph type="ftr" sz="quarter" idx="11"/>
          </p:nvPr>
        </p:nvSpPr>
        <p:spPr/>
        <p:txBody>
          <a:bodyPr/>
          <a:lstStyle/>
          <a:p>
            <a:r>
              <a:rPr lang="en-US"/>
              <a:t>MEC135_Unit 5</a:t>
            </a:r>
          </a:p>
        </p:txBody>
      </p:sp>
      <p:sp>
        <p:nvSpPr>
          <p:cNvPr id="5" name="Slide Number Placeholder 4">
            <a:extLst>
              <a:ext uri="{FF2B5EF4-FFF2-40B4-BE49-F238E27FC236}">
                <a16:creationId xmlns:a16="http://schemas.microsoft.com/office/drawing/2014/main" xmlns="" id="{46D61595-7D73-3647-A633-518659A30837}"/>
              </a:ext>
            </a:extLst>
          </p:cNvPr>
          <p:cNvSpPr>
            <a:spLocks noGrp="1"/>
          </p:cNvSpPr>
          <p:nvPr>
            <p:ph type="sldNum" sz="quarter" idx="12"/>
          </p:nvPr>
        </p:nvSpPr>
        <p:spPr/>
        <p:txBody>
          <a:bodyPr/>
          <a:lstStyle/>
          <a:p>
            <a:fld id="{642F018D-6242-4F8A-B408-2B825615E750}" type="slidenum">
              <a:rPr lang="en-US" smtClean="0"/>
              <a:t>2</a:t>
            </a:fld>
            <a:endParaRPr lang="en-US"/>
          </a:p>
        </p:txBody>
      </p:sp>
    </p:spTree>
    <p:extLst>
      <p:ext uri="{BB962C8B-B14F-4D97-AF65-F5344CB8AC3E}">
        <p14:creationId xmlns:p14="http://schemas.microsoft.com/office/powerpoint/2010/main" val="71860720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617BFEF-B004-1EB3-5936-1F08F5F96FE7}"/>
              </a:ext>
            </a:extLst>
          </p:cNvPr>
          <p:cNvSpPr>
            <a:spLocks noGrp="1"/>
          </p:cNvSpPr>
          <p:nvPr>
            <p:ph type="title"/>
          </p:nvPr>
        </p:nvSpPr>
        <p:spPr/>
        <p:txBody>
          <a:bodyPr/>
          <a:lstStyle/>
          <a:p>
            <a:r>
              <a:rPr lang="en-US" dirty="0"/>
              <a:t>Digital Fabrication</a:t>
            </a:r>
          </a:p>
        </p:txBody>
      </p:sp>
      <p:sp>
        <p:nvSpPr>
          <p:cNvPr id="3" name="Content Placeholder 2">
            <a:extLst>
              <a:ext uri="{FF2B5EF4-FFF2-40B4-BE49-F238E27FC236}">
                <a16:creationId xmlns:a16="http://schemas.microsoft.com/office/drawing/2014/main" xmlns="" id="{2BAA47AA-81AF-957E-5C87-09BE50003869}"/>
              </a:ext>
            </a:extLst>
          </p:cNvPr>
          <p:cNvSpPr>
            <a:spLocks noGrp="1"/>
          </p:cNvSpPr>
          <p:nvPr>
            <p:ph idx="1"/>
          </p:nvPr>
        </p:nvSpPr>
        <p:spPr>
          <a:xfrm>
            <a:off x="838200" y="1825625"/>
            <a:ext cx="10926452" cy="4471480"/>
          </a:xfrm>
        </p:spPr>
        <p:txBody>
          <a:bodyPr>
            <a:normAutofit/>
          </a:bodyPr>
          <a:lstStyle/>
          <a:p>
            <a:pPr algn="just"/>
            <a:r>
              <a:rPr lang="en-US" sz="2000" dirty="0"/>
              <a:t>Digital fabrication is a design and manufacturing workflow where digital data directly drives manufacturing equipment to form various part geometries.</a:t>
            </a:r>
          </a:p>
          <a:p>
            <a:pPr algn="just"/>
            <a:endParaRPr lang="en-US" sz="2000" dirty="0"/>
          </a:p>
          <a:p>
            <a:pPr algn="just"/>
            <a:r>
              <a:rPr lang="en-US" sz="2000" dirty="0"/>
              <a:t>This data most often comes from CAD (computer-aided design), which is then transferred to CAM (computer-aided manufacturing) software.</a:t>
            </a:r>
          </a:p>
          <a:p>
            <a:pPr algn="just"/>
            <a:endParaRPr lang="en-US" sz="2000" dirty="0"/>
          </a:p>
          <a:p>
            <a:pPr algn="just"/>
            <a:r>
              <a:rPr lang="en-US" sz="2000" dirty="0" smtClean="0"/>
              <a:t>The </a:t>
            </a:r>
            <a:r>
              <a:rPr lang="en-US" sz="2000" dirty="0"/>
              <a:t>output of CAM software is data that directs a specific additive and subtractive manufacturing tool, such as a 3D printer or CNC milling machine.</a:t>
            </a:r>
          </a:p>
          <a:p>
            <a:pPr algn="just"/>
            <a:endParaRPr lang="en-US" dirty="0"/>
          </a:p>
          <a:p>
            <a:pPr algn="just"/>
            <a:r>
              <a:rPr lang="en-US" b="1" dirty="0"/>
              <a:t>Case study: </a:t>
            </a:r>
            <a:r>
              <a:rPr lang="en-US" dirty="0"/>
              <a:t>https://www.computerscience.org/resources/3d-printing/</a:t>
            </a:r>
            <a:endParaRPr lang="en-US" sz="2000" dirty="0"/>
          </a:p>
          <a:p>
            <a:pPr algn="just"/>
            <a:endParaRPr lang="en-US" sz="2000" dirty="0"/>
          </a:p>
          <a:p>
            <a:pPr algn="just"/>
            <a:endParaRPr lang="en-US" sz="2000" dirty="0"/>
          </a:p>
        </p:txBody>
      </p:sp>
      <p:sp>
        <p:nvSpPr>
          <p:cNvPr id="4" name="Footer Placeholder 3">
            <a:extLst>
              <a:ext uri="{FF2B5EF4-FFF2-40B4-BE49-F238E27FC236}">
                <a16:creationId xmlns:a16="http://schemas.microsoft.com/office/drawing/2014/main" xmlns="" id="{AAB65C8B-02B3-BCB2-E650-E47E221D9385}"/>
              </a:ext>
            </a:extLst>
          </p:cNvPr>
          <p:cNvSpPr>
            <a:spLocks noGrp="1"/>
          </p:cNvSpPr>
          <p:nvPr>
            <p:ph type="ftr" sz="quarter" idx="11"/>
          </p:nvPr>
        </p:nvSpPr>
        <p:spPr/>
        <p:txBody>
          <a:bodyPr/>
          <a:lstStyle/>
          <a:p>
            <a:r>
              <a:rPr lang="en-US"/>
              <a:t>MEC135_Unit 5</a:t>
            </a:r>
          </a:p>
        </p:txBody>
      </p:sp>
      <p:sp>
        <p:nvSpPr>
          <p:cNvPr id="5" name="Slide Number Placeholder 4">
            <a:extLst>
              <a:ext uri="{FF2B5EF4-FFF2-40B4-BE49-F238E27FC236}">
                <a16:creationId xmlns:a16="http://schemas.microsoft.com/office/drawing/2014/main" xmlns="" id="{9A31A75A-A932-2382-3B1F-F8BED574EB5A}"/>
              </a:ext>
            </a:extLst>
          </p:cNvPr>
          <p:cNvSpPr>
            <a:spLocks noGrp="1"/>
          </p:cNvSpPr>
          <p:nvPr>
            <p:ph type="sldNum" sz="quarter" idx="12"/>
          </p:nvPr>
        </p:nvSpPr>
        <p:spPr/>
        <p:txBody>
          <a:bodyPr/>
          <a:lstStyle/>
          <a:p>
            <a:fld id="{642F018D-6242-4F8A-B408-2B825615E750}" type="slidenum">
              <a:rPr lang="en-US" smtClean="0"/>
              <a:t>3</a:t>
            </a:fld>
            <a:endParaRPr lang="en-US"/>
          </a:p>
        </p:txBody>
      </p:sp>
    </p:spTree>
    <p:extLst>
      <p:ext uri="{BB962C8B-B14F-4D97-AF65-F5344CB8AC3E}">
        <p14:creationId xmlns:p14="http://schemas.microsoft.com/office/powerpoint/2010/main" val="1603642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Video: </a:t>
            </a:r>
            <a:r>
              <a:rPr lang="en-US" sz="4000" dirty="0"/>
              <a:t>What is digital </a:t>
            </a:r>
            <a:r>
              <a:rPr lang="en-US" sz="4000" dirty="0" smtClean="0"/>
              <a:t>manufacturing</a:t>
            </a:r>
            <a:endParaRPr lang="en-IN" sz="4000" dirty="0"/>
          </a:p>
        </p:txBody>
      </p:sp>
      <p:sp>
        <p:nvSpPr>
          <p:cNvPr id="3" name="Content Placeholder 2"/>
          <p:cNvSpPr>
            <a:spLocks noGrp="1"/>
          </p:cNvSpPr>
          <p:nvPr>
            <p:ph idx="1"/>
          </p:nvPr>
        </p:nvSpPr>
        <p:spPr/>
        <p:txBody>
          <a:bodyPr/>
          <a:lstStyle/>
          <a:p>
            <a:pPr marL="0" indent="0">
              <a:buNone/>
            </a:pPr>
            <a:r>
              <a:rPr lang="en-US" dirty="0" smtClean="0"/>
              <a:t>https</a:t>
            </a:r>
            <a:r>
              <a:rPr lang="en-US" dirty="0"/>
              <a:t>://www.youtube.com/watch?v=s4HPs-aXOe4 </a:t>
            </a:r>
            <a:endParaRPr lang="en-IN" dirty="0"/>
          </a:p>
        </p:txBody>
      </p:sp>
      <p:sp>
        <p:nvSpPr>
          <p:cNvPr id="4" name="Footer Placeholder 3"/>
          <p:cNvSpPr>
            <a:spLocks noGrp="1"/>
          </p:cNvSpPr>
          <p:nvPr>
            <p:ph type="ftr" sz="quarter" idx="11"/>
          </p:nvPr>
        </p:nvSpPr>
        <p:spPr/>
        <p:txBody>
          <a:bodyPr/>
          <a:lstStyle/>
          <a:p>
            <a:r>
              <a:rPr lang="en-US" smtClean="0"/>
              <a:t>MEC135_Unit 5</a:t>
            </a:r>
            <a:endParaRPr lang="en-US"/>
          </a:p>
        </p:txBody>
      </p:sp>
      <p:sp>
        <p:nvSpPr>
          <p:cNvPr id="5" name="Slide Number Placeholder 4"/>
          <p:cNvSpPr>
            <a:spLocks noGrp="1"/>
          </p:cNvSpPr>
          <p:nvPr>
            <p:ph type="sldNum" sz="quarter" idx="12"/>
          </p:nvPr>
        </p:nvSpPr>
        <p:spPr/>
        <p:txBody>
          <a:bodyPr/>
          <a:lstStyle/>
          <a:p>
            <a:fld id="{642F018D-6242-4F8A-B408-2B825615E750}" type="slidenum">
              <a:rPr lang="en-US" smtClean="0"/>
              <a:t>4</a:t>
            </a:fld>
            <a:endParaRPr lang="en-US"/>
          </a:p>
        </p:txBody>
      </p:sp>
    </p:spTree>
    <p:extLst>
      <p:ext uri="{BB962C8B-B14F-4D97-AF65-F5344CB8AC3E}">
        <p14:creationId xmlns:p14="http://schemas.microsoft.com/office/powerpoint/2010/main" val="11269652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617BFEF-B004-1EB3-5936-1F08F5F96FE7}"/>
              </a:ext>
            </a:extLst>
          </p:cNvPr>
          <p:cNvSpPr>
            <a:spLocks noGrp="1"/>
          </p:cNvSpPr>
          <p:nvPr>
            <p:ph type="title"/>
          </p:nvPr>
        </p:nvSpPr>
        <p:spPr/>
        <p:txBody>
          <a:bodyPr/>
          <a:lstStyle/>
          <a:p>
            <a:r>
              <a:rPr lang="en-IN" b="1" dirty="0" smtClean="0"/>
              <a:t>3D </a:t>
            </a:r>
            <a:r>
              <a:rPr lang="en-IN" b="1" dirty="0"/>
              <a:t>Printing</a:t>
            </a:r>
            <a:br>
              <a:rPr lang="en-IN" b="1" dirty="0"/>
            </a:br>
            <a:endParaRPr lang="en-US" dirty="0"/>
          </a:p>
        </p:txBody>
      </p:sp>
      <p:sp>
        <p:nvSpPr>
          <p:cNvPr id="3" name="Content Placeholder 2">
            <a:extLst>
              <a:ext uri="{FF2B5EF4-FFF2-40B4-BE49-F238E27FC236}">
                <a16:creationId xmlns:a16="http://schemas.microsoft.com/office/drawing/2014/main" xmlns="" id="{2BAA47AA-81AF-957E-5C87-09BE50003869}"/>
              </a:ext>
            </a:extLst>
          </p:cNvPr>
          <p:cNvSpPr>
            <a:spLocks noGrp="1"/>
          </p:cNvSpPr>
          <p:nvPr>
            <p:ph idx="1"/>
          </p:nvPr>
        </p:nvSpPr>
        <p:spPr>
          <a:xfrm>
            <a:off x="838200" y="1405745"/>
            <a:ext cx="10926452" cy="5172036"/>
          </a:xfrm>
        </p:spPr>
        <p:txBody>
          <a:bodyPr>
            <a:normAutofit lnSpcReduction="10000"/>
          </a:bodyPr>
          <a:lstStyle/>
          <a:p>
            <a:pPr marL="0" indent="0" algn="just">
              <a:buNone/>
            </a:pPr>
            <a:endParaRPr lang="en-US" dirty="0"/>
          </a:p>
          <a:p>
            <a:pPr algn="just"/>
            <a:r>
              <a:rPr lang="en-US" b="1" dirty="0"/>
              <a:t>Case study: </a:t>
            </a:r>
            <a:r>
              <a:rPr lang="en-US" dirty="0">
                <a:hlinkClick r:id="rId2"/>
              </a:rPr>
              <a:t>https://www.computerscience.org/resources/3d-printing/</a:t>
            </a:r>
            <a:endParaRPr lang="en-US" dirty="0"/>
          </a:p>
          <a:p>
            <a:pPr algn="just"/>
            <a:r>
              <a:rPr lang="en-US" dirty="0"/>
              <a:t>In September 2015, a 54-year-old cancer patient became the first human to receive a </a:t>
            </a:r>
            <a:r>
              <a:rPr lang="en-US" b="1" dirty="0"/>
              <a:t>3D printed implant </a:t>
            </a:r>
            <a:r>
              <a:rPr lang="en-US" dirty="0"/>
              <a:t>— a custom-designed </a:t>
            </a:r>
            <a:r>
              <a:rPr lang="en-US" b="1" dirty="0"/>
              <a:t>rib cage </a:t>
            </a:r>
            <a:r>
              <a:rPr lang="en-US" dirty="0"/>
              <a:t>to replace his sternum and pieces of four ribs severely damaged when doctors removed a large tumor. The prosthetic sternum has four thin, flexible rods that bend the same way ribs would during breathing. It was made entirely from titanium, using a $1.3 million metal printer at a government-run lab. The complex prosthetic would have been almost impossible to manufacture through traditional means. From manufacturing to medicine, food to fashion, and electronics to education, 3D printing is reshaping and revolutionizing the way products are developed and produced.</a:t>
            </a:r>
          </a:p>
          <a:p>
            <a:pPr algn="just"/>
            <a:r>
              <a:rPr lang="en-US" dirty="0"/>
              <a:t>3D printing has been used in dentistry to create custom-designed teeth, bridges and crowns. With advances in materials and processes, it’s possible that dentists will soon be able to produce personalized, 3D printed teeth in their offices, in as little as ten </a:t>
            </a:r>
            <a:r>
              <a:rPr lang="en-US" dirty="0" smtClean="0"/>
              <a:t>minutes.</a:t>
            </a:r>
          </a:p>
          <a:p>
            <a:pPr algn="just"/>
            <a:r>
              <a:rPr lang="en-US" sz="2000" dirty="0" smtClean="0"/>
              <a:t>3D printed houses</a:t>
            </a:r>
            <a:endParaRPr lang="en-US" sz="2000" dirty="0"/>
          </a:p>
          <a:p>
            <a:pPr algn="just"/>
            <a:endParaRPr lang="en-US" sz="2000" dirty="0"/>
          </a:p>
          <a:p>
            <a:pPr algn="just"/>
            <a:endParaRPr lang="en-US" sz="2000" dirty="0"/>
          </a:p>
        </p:txBody>
      </p:sp>
      <p:sp>
        <p:nvSpPr>
          <p:cNvPr id="4" name="Footer Placeholder 3">
            <a:extLst>
              <a:ext uri="{FF2B5EF4-FFF2-40B4-BE49-F238E27FC236}">
                <a16:creationId xmlns:a16="http://schemas.microsoft.com/office/drawing/2014/main" xmlns="" id="{AAB65C8B-02B3-BCB2-E650-E47E221D9385}"/>
              </a:ext>
            </a:extLst>
          </p:cNvPr>
          <p:cNvSpPr>
            <a:spLocks noGrp="1"/>
          </p:cNvSpPr>
          <p:nvPr>
            <p:ph type="ftr" sz="quarter" idx="11"/>
          </p:nvPr>
        </p:nvSpPr>
        <p:spPr/>
        <p:txBody>
          <a:bodyPr/>
          <a:lstStyle/>
          <a:p>
            <a:r>
              <a:rPr lang="en-US"/>
              <a:t>MEC135_Unit 5</a:t>
            </a:r>
          </a:p>
        </p:txBody>
      </p:sp>
      <p:sp>
        <p:nvSpPr>
          <p:cNvPr id="5" name="Slide Number Placeholder 4">
            <a:extLst>
              <a:ext uri="{FF2B5EF4-FFF2-40B4-BE49-F238E27FC236}">
                <a16:creationId xmlns:a16="http://schemas.microsoft.com/office/drawing/2014/main" xmlns="" id="{9A31A75A-A932-2382-3B1F-F8BED574EB5A}"/>
              </a:ext>
            </a:extLst>
          </p:cNvPr>
          <p:cNvSpPr>
            <a:spLocks noGrp="1"/>
          </p:cNvSpPr>
          <p:nvPr>
            <p:ph type="sldNum" sz="quarter" idx="12"/>
          </p:nvPr>
        </p:nvSpPr>
        <p:spPr/>
        <p:txBody>
          <a:bodyPr/>
          <a:lstStyle/>
          <a:p>
            <a:fld id="{642F018D-6242-4F8A-B408-2B825615E750}" type="slidenum">
              <a:rPr lang="en-US" smtClean="0"/>
              <a:t>5</a:t>
            </a:fld>
            <a:endParaRPr lang="en-US"/>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9157"/>
          <a:stretch/>
        </p:blipFill>
        <p:spPr bwMode="auto">
          <a:xfrm>
            <a:off x="9851923" y="0"/>
            <a:ext cx="2340077" cy="22068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840756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Computer Science &amp; 3D </a:t>
            </a:r>
            <a:r>
              <a:rPr lang="en-IN" b="1" dirty="0" smtClean="0"/>
              <a:t>Printing</a:t>
            </a:r>
            <a:endParaRPr lang="en-IN" dirty="0"/>
          </a:p>
        </p:txBody>
      </p:sp>
      <p:sp>
        <p:nvSpPr>
          <p:cNvPr id="3" name="Content Placeholder 2"/>
          <p:cNvSpPr>
            <a:spLocks noGrp="1"/>
          </p:cNvSpPr>
          <p:nvPr>
            <p:ph idx="1"/>
          </p:nvPr>
        </p:nvSpPr>
        <p:spPr>
          <a:xfrm>
            <a:off x="752168" y="1460090"/>
            <a:ext cx="10471355" cy="4788309"/>
          </a:xfrm>
        </p:spPr>
        <p:txBody>
          <a:bodyPr>
            <a:noAutofit/>
          </a:bodyPr>
          <a:lstStyle/>
          <a:p>
            <a:pPr algn="just"/>
            <a:r>
              <a:rPr lang="en-US" sz="1850" b="1" dirty="0"/>
              <a:t>Software Development</a:t>
            </a:r>
          </a:p>
          <a:p>
            <a:pPr marL="0" indent="0" algn="just">
              <a:buNone/>
            </a:pPr>
            <a:r>
              <a:rPr lang="en-US" sz="1850" dirty="0"/>
              <a:t>One of the biggest concerns in the 3D printing industry is the need for better and, perhaps most importantly, more user-friendly software to design and manufacture 3D printing products. As a result, the industry has become a top destination for software development professionals. Software developers in this field will write code to help improve 3D printing products as well as work cross-functionally with various </a:t>
            </a:r>
            <a:r>
              <a:rPr lang="en-US" sz="1850" dirty="0" smtClean="0"/>
              <a:t>teams</a:t>
            </a:r>
            <a:r>
              <a:rPr lang="en-US" sz="1850" dirty="0"/>
              <a:t>.</a:t>
            </a:r>
            <a:endParaRPr lang="en-US" sz="1850" dirty="0" smtClean="0"/>
          </a:p>
          <a:p>
            <a:pPr algn="just"/>
            <a:r>
              <a:rPr lang="en-US" sz="1850" b="1" dirty="0"/>
              <a:t>Computer Programmer</a:t>
            </a:r>
          </a:p>
          <a:p>
            <a:pPr marL="0" indent="0" algn="just">
              <a:buNone/>
            </a:pPr>
            <a:r>
              <a:rPr lang="en-US" sz="1850" dirty="0"/>
              <a:t>3D printing relies on skills and knowledge in science, technology, engineering, and math (as well as art), making computer programming another solid option for students interested in the field. These professionals use their expertise to write programs that produce solid structures of all shapes and sizes</a:t>
            </a:r>
            <a:r>
              <a:rPr lang="en-US" sz="1850" dirty="0" smtClean="0"/>
              <a:t>.</a:t>
            </a:r>
          </a:p>
          <a:p>
            <a:pPr algn="just"/>
            <a:r>
              <a:rPr lang="en-US" sz="1850" b="1" dirty="0"/>
              <a:t>Educator</a:t>
            </a:r>
          </a:p>
          <a:p>
            <a:pPr marL="0" indent="0" algn="just">
              <a:buNone/>
            </a:pPr>
            <a:r>
              <a:rPr lang="en-US" sz="1850" dirty="0"/>
              <a:t>As the 3D printing industry expands, colleges and universities are seeking teachers with specific knowledge and experience with 3D printing systems to train future professionals. 3D printing educators may also be employed by private manufacturers to develop courses or workshops dedicated to 3D printing and related technology</a:t>
            </a:r>
            <a:r>
              <a:rPr lang="en-US" sz="1850" dirty="0" smtClean="0"/>
              <a:t>.</a:t>
            </a:r>
            <a:endParaRPr lang="en-IN" sz="1850" dirty="0"/>
          </a:p>
        </p:txBody>
      </p:sp>
      <p:sp>
        <p:nvSpPr>
          <p:cNvPr id="4" name="Footer Placeholder 3"/>
          <p:cNvSpPr>
            <a:spLocks noGrp="1"/>
          </p:cNvSpPr>
          <p:nvPr>
            <p:ph type="ftr" sz="quarter" idx="11"/>
          </p:nvPr>
        </p:nvSpPr>
        <p:spPr/>
        <p:txBody>
          <a:bodyPr/>
          <a:lstStyle/>
          <a:p>
            <a:r>
              <a:rPr lang="en-US" smtClean="0"/>
              <a:t>MEC135_Unit 5</a:t>
            </a:r>
            <a:endParaRPr lang="en-US"/>
          </a:p>
        </p:txBody>
      </p:sp>
      <p:sp>
        <p:nvSpPr>
          <p:cNvPr id="5" name="Slide Number Placeholder 4"/>
          <p:cNvSpPr>
            <a:spLocks noGrp="1"/>
          </p:cNvSpPr>
          <p:nvPr>
            <p:ph type="sldNum" sz="quarter" idx="12"/>
          </p:nvPr>
        </p:nvSpPr>
        <p:spPr/>
        <p:txBody>
          <a:bodyPr/>
          <a:lstStyle/>
          <a:p>
            <a:fld id="{642F018D-6242-4F8A-B408-2B825615E750}" type="slidenum">
              <a:rPr lang="en-US" smtClean="0"/>
              <a:t>6</a:t>
            </a:fld>
            <a:endParaRPr lang="en-US"/>
          </a:p>
        </p:txBody>
      </p:sp>
    </p:spTree>
    <p:extLst>
      <p:ext uri="{BB962C8B-B14F-4D97-AF65-F5344CB8AC3E}">
        <p14:creationId xmlns:p14="http://schemas.microsoft.com/office/powerpoint/2010/main" val="198311735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t>Top Companies </a:t>
            </a:r>
            <a:r>
              <a:rPr lang="en-US" sz="3600" b="1" dirty="0" smtClean="0"/>
              <a:t>using </a:t>
            </a:r>
            <a:r>
              <a:rPr lang="en-US" sz="3600" b="1" dirty="0"/>
              <a:t>3D Printing</a:t>
            </a:r>
            <a:br>
              <a:rPr lang="en-US" sz="3600" b="1" dirty="0"/>
            </a:br>
            <a:endParaRPr lang="en-IN" sz="3600" dirty="0"/>
          </a:p>
        </p:txBody>
      </p:sp>
      <p:sp>
        <p:nvSpPr>
          <p:cNvPr id="3" name="Content Placeholder 2"/>
          <p:cNvSpPr>
            <a:spLocks noGrp="1"/>
          </p:cNvSpPr>
          <p:nvPr>
            <p:ph idx="1"/>
          </p:nvPr>
        </p:nvSpPr>
        <p:spPr>
          <a:xfrm>
            <a:off x="737419" y="1651820"/>
            <a:ext cx="9969909" cy="4596580"/>
          </a:xfrm>
        </p:spPr>
        <p:txBody>
          <a:bodyPr>
            <a:normAutofit/>
          </a:bodyPr>
          <a:lstStyle/>
          <a:p>
            <a:pPr marL="0" indent="0" algn="just">
              <a:buNone/>
            </a:pPr>
            <a:r>
              <a:rPr lang="en-US" b="1" dirty="0" smtClean="0"/>
              <a:t>Airbus</a:t>
            </a:r>
          </a:p>
          <a:p>
            <a:pPr marL="0" indent="0" algn="just">
              <a:buNone/>
            </a:pPr>
            <a:r>
              <a:rPr lang="en-US" dirty="0" smtClean="0"/>
              <a:t>The </a:t>
            </a:r>
            <a:r>
              <a:rPr lang="en-US" dirty="0"/>
              <a:t>company boasts that 3D printing has resulted in lighter parts, which requires less time and fewer materials to produce, with a corresponding drop in the environmental impact. Airbus recently announced that more than 1,000 parts used in the construction of its new A350 XWB aircraft are 3D printed</a:t>
            </a:r>
            <a:r>
              <a:rPr lang="en-US" dirty="0" smtClean="0"/>
              <a:t>.</a:t>
            </a:r>
            <a:endParaRPr lang="en-US" b="1" dirty="0"/>
          </a:p>
          <a:p>
            <a:pPr marL="0" indent="0" algn="just">
              <a:buNone/>
            </a:pPr>
            <a:r>
              <a:rPr lang="en-IN" b="1" dirty="0"/>
              <a:t>Ford Motor Company</a:t>
            </a:r>
            <a:endParaRPr lang="en-US" dirty="0"/>
          </a:p>
          <a:p>
            <a:pPr marL="0" indent="0" algn="just">
              <a:buNone/>
            </a:pPr>
            <a:r>
              <a:rPr lang="en-US" dirty="0"/>
              <a:t>Ford has 3D printed over 500,000 parts, a move the company estimates has saved billions of dollars and millions of work </a:t>
            </a:r>
            <a:r>
              <a:rPr lang="en-US" dirty="0" smtClean="0"/>
              <a:t>hours</a:t>
            </a:r>
          </a:p>
          <a:p>
            <a:pPr marL="0" indent="0" algn="just">
              <a:buNone/>
            </a:pPr>
            <a:r>
              <a:rPr lang="en-US" b="1" dirty="0"/>
              <a:t>General Electric</a:t>
            </a:r>
          </a:p>
          <a:p>
            <a:pPr marL="0" indent="0" algn="just">
              <a:buNone/>
            </a:pPr>
            <a:r>
              <a:rPr lang="en-US" dirty="0"/>
              <a:t>The corporate powerhouse, General Electric, is a leading manufacturer of jet aircraft engines</a:t>
            </a:r>
            <a:r>
              <a:rPr lang="en-US" dirty="0" smtClean="0"/>
              <a:t>.</a:t>
            </a:r>
            <a:r>
              <a:rPr lang="en-US" dirty="0"/>
              <a:t> GE Aviation claims that it will produce more than 100,000 parts by the close of the decade</a:t>
            </a:r>
            <a:r>
              <a:rPr lang="en-US" dirty="0" smtClean="0"/>
              <a:t>.</a:t>
            </a:r>
            <a:endParaRPr lang="en-IN" dirty="0"/>
          </a:p>
        </p:txBody>
      </p:sp>
      <p:sp>
        <p:nvSpPr>
          <p:cNvPr id="4" name="Footer Placeholder 3"/>
          <p:cNvSpPr>
            <a:spLocks noGrp="1"/>
          </p:cNvSpPr>
          <p:nvPr>
            <p:ph type="ftr" sz="quarter" idx="11"/>
          </p:nvPr>
        </p:nvSpPr>
        <p:spPr/>
        <p:txBody>
          <a:bodyPr/>
          <a:lstStyle/>
          <a:p>
            <a:r>
              <a:rPr lang="en-US" smtClean="0"/>
              <a:t>MEC135_Unit 5</a:t>
            </a:r>
            <a:endParaRPr lang="en-US"/>
          </a:p>
        </p:txBody>
      </p:sp>
      <p:sp>
        <p:nvSpPr>
          <p:cNvPr id="5" name="Slide Number Placeholder 4"/>
          <p:cNvSpPr>
            <a:spLocks noGrp="1"/>
          </p:cNvSpPr>
          <p:nvPr>
            <p:ph type="sldNum" sz="quarter" idx="12"/>
          </p:nvPr>
        </p:nvSpPr>
        <p:spPr/>
        <p:txBody>
          <a:bodyPr/>
          <a:lstStyle/>
          <a:p>
            <a:fld id="{642F018D-6242-4F8A-B408-2B825615E750}" type="slidenum">
              <a:rPr lang="en-US" smtClean="0"/>
              <a:t>7</a:t>
            </a:fld>
            <a:endParaRPr lang="en-US"/>
          </a:p>
        </p:txBody>
      </p:sp>
    </p:spTree>
    <p:extLst>
      <p:ext uri="{BB962C8B-B14F-4D97-AF65-F5344CB8AC3E}">
        <p14:creationId xmlns:p14="http://schemas.microsoft.com/office/powerpoint/2010/main" val="57823414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769842"/>
            <a:ext cx="8946541" cy="4195481"/>
          </a:xfrm>
        </p:spPr>
        <p:txBody>
          <a:bodyPr/>
          <a:lstStyle/>
          <a:p>
            <a:pPr marL="0" indent="0" algn="just">
              <a:buNone/>
            </a:pPr>
            <a:r>
              <a:rPr lang="en-US" b="1" dirty="0"/>
              <a:t>Nike</a:t>
            </a:r>
          </a:p>
          <a:p>
            <a:pPr marL="0" indent="0" algn="just">
              <a:buNone/>
            </a:pPr>
            <a:r>
              <a:rPr lang="en-US" dirty="0"/>
              <a:t>Nike is a world leader in the sports apparel industry, particularly when it comes to shoes. What may not be known is that Nike is also a leader in the use of 3D printing in its shoe design and manufacturing </a:t>
            </a:r>
            <a:r>
              <a:rPr lang="en-US" dirty="0" smtClean="0"/>
              <a:t>processes. </a:t>
            </a:r>
            <a:r>
              <a:rPr lang="en-US" dirty="0"/>
              <a:t> A prime example is Nike’s Vapor </a:t>
            </a:r>
            <a:r>
              <a:rPr lang="en-US" dirty="0" smtClean="0"/>
              <a:t>Hyper Agility </a:t>
            </a:r>
            <a:r>
              <a:rPr lang="en-US" dirty="0"/>
              <a:t>Cleat, which combines 3D knitting with 3D shoe printing, one of three Nike cleats that employs 3D printing technology in its production.</a:t>
            </a:r>
          </a:p>
          <a:p>
            <a:pPr algn="just"/>
            <a:endParaRPr lang="en-IN" dirty="0"/>
          </a:p>
        </p:txBody>
      </p:sp>
      <p:sp>
        <p:nvSpPr>
          <p:cNvPr id="4" name="Footer Placeholder 3"/>
          <p:cNvSpPr>
            <a:spLocks noGrp="1"/>
          </p:cNvSpPr>
          <p:nvPr>
            <p:ph type="ftr" sz="quarter" idx="11"/>
          </p:nvPr>
        </p:nvSpPr>
        <p:spPr/>
        <p:txBody>
          <a:bodyPr/>
          <a:lstStyle/>
          <a:p>
            <a:r>
              <a:rPr lang="en-US" smtClean="0"/>
              <a:t>MEC135_Unit 5</a:t>
            </a:r>
            <a:endParaRPr lang="en-US"/>
          </a:p>
        </p:txBody>
      </p:sp>
      <p:sp>
        <p:nvSpPr>
          <p:cNvPr id="5" name="Slide Number Placeholder 4"/>
          <p:cNvSpPr>
            <a:spLocks noGrp="1"/>
          </p:cNvSpPr>
          <p:nvPr>
            <p:ph type="sldNum" sz="quarter" idx="12"/>
          </p:nvPr>
        </p:nvSpPr>
        <p:spPr/>
        <p:txBody>
          <a:bodyPr/>
          <a:lstStyle/>
          <a:p>
            <a:fld id="{642F018D-6242-4F8A-B408-2B825615E750}" type="slidenum">
              <a:rPr lang="en-US" smtClean="0"/>
              <a:t>8</a:t>
            </a:fld>
            <a:endParaRPr lang="en-US"/>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662" t="9124"/>
          <a:stretch/>
        </p:blipFill>
        <p:spPr bwMode="auto">
          <a:xfrm>
            <a:off x="1562396" y="3521175"/>
            <a:ext cx="3656537" cy="1918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0529" y="3521175"/>
            <a:ext cx="3952875" cy="2619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1562396" y="5633572"/>
            <a:ext cx="3738524" cy="369332"/>
          </a:xfrm>
          <a:prstGeom prst="rect">
            <a:avLst/>
          </a:prstGeom>
        </p:spPr>
        <p:txBody>
          <a:bodyPr wrap="none">
            <a:spAutoFit/>
          </a:bodyPr>
          <a:lstStyle/>
          <a:p>
            <a:r>
              <a:rPr lang="en-US" dirty="0"/>
              <a:t>Nike’s Vapor Hyper Agility Cleat</a:t>
            </a:r>
            <a:endParaRPr lang="en-IN" dirty="0"/>
          </a:p>
        </p:txBody>
      </p:sp>
    </p:spTree>
    <p:extLst>
      <p:ext uri="{BB962C8B-B14F-4D97-AF65-F5344CB8AC3E}">
        <p14:creationId xmlns:p14="http://schemas.microsoft.com/office/powerpoint/2010/main" val="385983078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t>Adidas’ First Mass Market 3D-Printed Shoe</a:t>
            </a:r>
            <a:br>
              <a:rPr lang="en-US" sz="3600" b="1" dirty="0"/>
            </a:br>
            <a:endParaRPr lang="en-IN" sz="3600" dirty="0"/>
          </a:p>
        </p:txBody>
      </p:sp>
      <p:sp>
        <p:nvSpPr>
          <p:cNvPr id="3" name="Content Placeholder 2"/>
          <p:cNvSpPr>
            <a:spLocks noGrp="1"/>
          </p:cNvSpPr>
          <p:nvPr>
            <p:ph idx="1"/>
          </p:nvPr>
        </p:nvSpPr>
        <p:spPr/>
        <p:txBody>
          <a:bodyPr/>
          <a:lstStyle/>
          <a:p>
            <a:pPr marL="0" indent="0">
              <a:buNone/>
            </a:pPr>
            <a:r>
              <a:rPr lang="en-IN" dirty="0"/>
              <a:t>https://www.youtube.com/watch?v=qlomslovAnI</a:t>
            </a:r>
          </a:p>
        </p:txBody>
      </p:sp>
      <p:sp>
        <p:nvSpPr>
          <p:cNvPr id="4" name="Footer Placeholder 3"/>
          <p:cNvSpPr>
            <a:spLocks noGrp="1"/>
          </p:cNvSpPr>
          <p:nvPr>
            <p:ph type="ftr" sz="quarter" idx="11"/>
          </p:nvPr>
        </p:nvSpPr>
        <p:spPr/>
        <p:txBody>
          <a:bodyPr/>
          <a:lstStyle/>
          <a:p>
            <a:r>
              <a:rPr lang="en-US" smtClean="0"/>
              <a:t>MEC135_Unit 5</a:t>
            </a:r>
            <a:endParaRPr lang="en-US"/>
          </a:p>
        </p:txBody>
      </p:sp>
      <p:sp>
        <p:nvSpPr>
          <p:cNvPr id="5" name="Slide Number Placeholder 4"/>
          <p:cNvSpPr>
            <a:spLocks noGrp="1"/>
          </p:cNvSpPr>
          <p:nvPr>
            <p:ph type="sldNum" sz="quarter" idx="12"/>
          </p:nvPr>
        </p:nvSpPr>
        <p:spPr/>
        <p:txBody>
          <a:bodyPr/>
          <a:lstStyle/>
          <a:p>
            <a:fld id="{642F018D-6242-4F8A-B408-2B825615E750}" type="slidenum">
              <a:rPr lang="en-US" smtClean="0"/>
              <a:t>9</a:t>
            </a:fld>
            <a:endParaRPr lang="en-US"/>
          </a:p>
        </p:txBody>
      </p:sp>
    </p:spTree>
    <p:extLst>
      <p:ext uri="{BB962C8B-B14F-4D97-AF65-F5344CB8AC3E}">
        <p14:creationId xmlns:p14="http://schemas.microsoft.com/office/powerpoint/2010/main" val="96703371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617BFEF-B004-1EB3-5936-1F08F5F96FE7}"/>
              </a:ext>
            </a:extLst>
          </p:cNvPr>
          <p:cNvSpPr>
            <a:spLocks noGrp="1"/>
          </p:cNvSpPr>
          <p:nvPr>
            <p:ph type="title"/>
          </p:nvPr>
        </p:nvSpPr>
        <p:spPr/>
        <p:txBody>
          <a:bodyPr/>
          <a:lstStyle/>
          <a:p>
            <a:r>
              <a:rPr lang="en-IN" b="1" dirty="0"/>
              <a:t>How 3D Printing works?</a:t>
            </a:r>
            <a:br>
              <a:rPr lang="en-IN" b="1" dirty="0"/>
            </a:br>
            <a:endParaRPr lang="en-US" dirty="0"/>
          </a:p>
        </p:txBody>
      </p:sp>
      <p:sp>
        <p:nvSpPr>
          <p:cNvPr id="3" name="Content Placeholder 2">
            <a:extLst>
              <a:ext uri="{FF2B5EF4-FFF2-40B4-BE49-F238E27FC236}">
                <a16:creationId xmlns:a16="http://schemas.microsoft.com/office/drawing/2014/main" xmlns="" id="{2BAA47AA-81AF-957E-5C87-09BE50003869}"/>
              </a:ext>
            </a:extLst>
          </p:cNvPr>
          <p:cNvSpPr>
            <a:spLocks noGrp="1"/>
          </p:cNvSpPr>
          <p:nvPr>
            <p:ph idx="1"/>
          </p:nvPr>
        </p:nvSpPr>
        <p:spPr>
          <a:xfrm>
            <a:off x="838200" y="1405745"/>
            <a:ext cx="10591800" cy="4471480"/>
          </a:xfrm>
        </p:spPr>
        <p:txBody>
          <a:bodyPr>
            <a:noAutofit/>
          </a:bodyPr>
          <a:lstStyle/>
          <a:p>
            <a:pPr marL="0" indent="0">
              <a:buNone/>
            </a:pPr>
            <a:r>
              <a:rPr lang="en-US" sz="1800" b="1" dirty="0" smtClean="0"/>
              <a:t>The </a:t>
            </a:r>
            <a:r>
              <a:rPr lang="en-US" sz="1800" b="1" dirty="0"/>
              <a:t>3D printing process, in basic terms, includes the following steps:</a:t>
            </a:r>
          </a:p>
          <a:p>
            <a:pPr algn="just"/>
            <a:r>
              <a:rPr lang="en-US" sz="1800" dirty="0"/>
              <a:t>The manufacturer creates a digital model of the object to be produced, normally by using a computer-aided design (CAD) program and employing some form of 3D scanning.</a:t>
            </a:r>
          </a:p>
          <a:p>
            <a:pPr algn="just"/>
            <a:r>
              <a:rPr lang="en-US" sz="1800" dirty="0"/>
              <a:t>The CAD model is converted into an appropriate file format, such as STL (stereolithography).</a:t>
            </a:r>
          </a:p>
          <a:p>
            <a:pPr algn="just"/>
            <a:r>
              <a:rPr lang="en-US" sz="1800" dirty="0"/>
              <a:t>The STL file is transferred to the computer that directly controls the 3D printer (a process similar to transferring a file to a standard printer when printing a document).</a:t>
            </a:r>
          </a:p>
          <a:p>
            <a:pPr algn="just"/>
            <a:r>
              <a:rPr lang="en-US" sz="1800" dirty="0"/>
              <a:t>The 3D printer is readied for the job. Containers are loaded with the appropriate printing materials (polymers and binders, for example), and a foundation tray for the finished object is set up.</a:t>
            </a:r>
          </a:p>
          <a:p>
            <a:pPr algn="just"/>
            <a:r>
              <a:rPr lang="en-US" sz="1800" dirty="0"/>
              <a:t>The printer builds the object, layer by layer. This process can take hours, or even days, depending on the size and complexity of the object and the materials used to create it.</a:t>
            </a:r>
          </a:p>
          <a:p>
            <a:pPr algn="just"/>
            <a:r>
              <a:rPr lang="en-US" sz="1800" dirty="0"/>
              <a:t>Once the 3D printer has completed the building process, the object is removed from the machine. The object may require some post-manufacturing actions, such as brushing and polishing, as well as the removal of water-soluble supports. The object may also require time to cure before it can be used.</a:t>
            </a:r>
          </a:p>
          <a:p>
            <a:pPr marL="0" indent="0" algn="just">
              <a:buNone/>
            </a:pPr>
            <a:endParaRPr lang="en-US" sz="1800" dirty="0"/>
          </a:p>
          <a:p>
            <a:pPr algn="just"/>
            <a:endParaRPr lang="en-US" sz="1800" dirty="0"/>
          </a:p>
        </p:txBody>
      </p:sp>
      <p:sp>
        <p:nvSpPr>
          <p:cNvPr id="4" name="Footer Placeholder 3">
            <a:extLst>
              <a:ext uri="{FF2B5EF4-FFF2-40B4-BE49-F238E27FC236}">
                <a16:creationId xmlns:a16="http://schemas.microsoft.com/office/drawing/2014/main" xmlns="" id="{AAB65C8B-02B3-BCB2-E650-E47E221D9385}"/>
              </a:ext>
            </a:extLst>
          </p:cNvPr>
          <p:cNvSpPr>
            <a:spLocks noGrp="1"/>
          </p:cNvSpPr>
          <p:nvPr>
            <p:ph type="ftr" sz="quarter" idx="11"/>
          </p:nvPr>
        </p:nvSpPr>
        <p:spPr/>
        <p:txBody>
          <a:bodyPr/>
          <a:lstStyle/>
          <a:p>
            <a:r>
              <a:rPr lang="en-US"/>
              <a:t>MEC135_Unit 5</a:t>
            </a:r>
          </a:p>
        </p:txBody>
      </p:sp>
      <p:sp>
        <p:nvSpPr>
          <p:cNvPr id="5" name="Slide Number Placeholder 4">
            <a:extLst>
              <a:ext uri="{FF2B5EF4-FFF2-40B4-BE49-F238E27FC236}">
                <a16:creationId xmlns:a16="http://schemas.microsoft.com/office/drawing/2014/main" xmlns="" id="{9A31A75A-A932-2382-3B1F-F8BED574EB5A}"/>
              </a:ext>
            </a:extLst>
          </p:cNvPr>
          <p:cNvSpPr>
            <a:spLocks noGrp="1"/>
          </p:cNvSpPr>
          <p:nvPr>
            <p:ph type="sldNum" sz="quarter" idx="12"/>
          </p:nvPr>
        </p:nvSpPr>
        <p:spPr/>
        <p:txBody>
          <a:bodyPr/>
          <a:lstStyle/>
          <a:p>
            <a:fld id="{642F018D-6242-4F8A-B408-2B825615E750}" type="slidenum">
              <a:rPr lang="en-US" smtClean="0"/>
              <a:t>10</a:t>
            </a:fld>
            <a:endParaRPr lang="en-US"/>
          </a:p>
        </p:txBody>
      </p:sp>
    </p:spTree>
    <p:extLst>
      <p:ext uri="{BB962C8B-B14F-4D97-AF65-F5344CB8AC3E}">
        <p14:creationId xmlns:p14="http://schemas.microsoft.com/office/powerpoint/2010/main" val="215208082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E9239C3A-A7A5-C686-38AE-C84D88A402C9}"/>
              </a:ext>
            </a:extLst>
          </p:cNvPr>
          <p:cNvSpPr>
            <a:spLocks noGrp="1"/>
          </p:cNvSpPr>
          <p:nvPr>
            <p:ph type="title"/>
          </p:nvPr>
        </p:nvSpPr>
        <p:spPr/>
        <p:txBody>
          <a:bodyPr/>
          <a:lstStyle/>
          <a:p>
            <a:r>
              <a:rPr lang="en-US" dirty="0"/>
              <a:t>Digital Fabrication Process</a:t>
            </a:r>
          </a:p>
        </p:txBody>
      </p:sp>
      <p:pic>
        <p:nvPicPr>
          <p:cNvPr id="5" name="Content Placeholder 4">
            <a:extLst>
              <a:ext uri="{FF2B5EF4-FFF2-40B4-BE49-F238E27FC236}">
                <a16:creationId xmlns:a16="http://schemas.microsoft.com/office/drawing/2014/main" xmlns="" id="{02F6EC9E-E8AA-1DA7-6887-CB0BA6983395}"/>
              </a:ext>
            </a:extLst>
          </p:cNvPr>
          <p:cNvPicPr>
            <a:picLocks noGrp="1" noChangeAspect="1"/>
          </p:cNvPicPr>
          <p:nvPr>
            <p:ph idx="1"/>
          </p:nvPr>
        </p:nvPicPr>
        <p:blipFill>
          <a:blip r:embed="rId2"/>
          <a:stretch>
            <a:fillRect/>
          </a:stretch>
        </p:blipFill>
        <p:spPr>
          <a:xfrm>
            <a:off x="981087" y="1443233"/>
            <a:ext cx="9765469" cy="4602905"/>
          </a:xfrm>
        </p:spPr>
      </p:pic>
      <p:sp>
        <p:nvSpPr>
          <p:cNvPr id="2" name="Footer Placeholder 1">
            <a:extLst>
              <a:ext uri="{FF2B5EF4-FFF2-40B4-BE49-F238E27FC236}">
                <a16:creationId xmlns:a16="http://schemas.microsoft.com/office/drawing/2014/main" xmlns="" id="{BEBC855C-535B-5449-9A14-A943245E5E73}"/>
              </a:ext>
            </a:extLst>
          </p:cNvPr>
          <p:cNvSpPr>
            <a:spLocks noGrp="1"/>
          </p:cNvSpPr>
          <p:nvPr>
            <p:ph type="ftr" sz="quarter" idx="11"/>
          </p:nvPr>
        </p:nvSpPr>
        <p:spPr/>
        <p:txBody>
          <a:bodyPr/>
          <a:lstStyle/>
          <a:p>
            <a:r>
              <a:rPr lang="en-US"/>
              <a:t>MEC135_Unit 5</a:t>
            </a:r>
          </a:p>
        </p:txBody>
      </p:sp>
      <p:sp>
        <p:nvSpPr>
          <p:cNvPr id="3" name="Slide Number Placeholder 2">
            <a:extLst>
              <a:ext uri="{FF2B5EF4-FFF2-40B4-BE49-F238E27FC236}">
                <a16:creationId xmlns:a16="http://schemas.microsoft.com/office/drawing/2014/main" xmlns="" id="{45DE48BB-CDF7-00EE-5B70-F10BA86C472F}"/>
              </a:ext>
            </a:extLst>
          </p:cNvPr>
          <p:cNvSpPr>
            <a:spLocks noGrp="1"/>
          </p:cNvSpPr>
          <p:nvPr>
            <p:ph type="sldNum" sz="quarter" idx="12"/>
          </p:nvPr>
        </p:nvSpPr>
        <p:spPr/>
        <p:txBody>
          <a:bodyPr/>
          <a:lstStyle/>
          <a:p>
            <a:fld id="{642F018D-6242-4F8A-B408-2B825615E750}" type="slidenum">
              <a:rPr lang="en-US" smtClean="0"/>
              <a:t>11</a:t>
            </a:fld>
            <a:endParaRPr lang="en-US"/>
          </a:p>
        </p:txBody>
      </p:sp>
    </p:spTree>
    <p:extLst>
      <p:ext uri="{BB962C8B-B14F-4D97-AF65-F5344CB8AC3E}">
        <p14:creationId xmlns:p14="http://schemas.microsoft.com/office/powerpoint/2010/main" val="170601753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055C623-BAB5-BE46-1478-11DAFE2A7DF5}"/>
              </a:ext>
            </a:extLst>
          </p:cNvPr>
          <p:cNvSpPr>
            <a:spLocks noGrp="1"/>
          </p:cNvSpPr>
          <p:nvPr>
            <p:ph type="title"/>
          </p:nvPr>
        </p:nvSpPr>
        <p:spPr/>
        <p:txBody>
          <a:bodyPr/>
          <a:lstStyle/>
          <a:p>
            <a:r>
              <a:rPr lang="en-US" dirty="0"/>
              <a:t>Need of digital manufacturing</a:t>
            </a:r>
          </a:p>
        </p:txBody>
      </p:sp>
      <p:sp>
        <p:nvSpPr>
          <p:cNvPr id="3" name="Content Placeholder 2">
            <a:extLst>
              <a:ext uri="{FF2B5EF4-FFF2-40B4-BE49-F238E27FC236}">
                <a16:creationId xmlns:a16="http://schemas.microsoft.com/office/drawing/2014/main" xmlns="" id="{8E053EC5-0654-A403-7653-81AD8D7F89C9}"/>
              </a:ext>
            </a:extLst>
          </p:cNvPr>
          <p:cNvSpPr>
            <a:spLocks noGrp="1"/>
          </p:cNvSpPr>
          <p:nvPr>
            <p:ph idx="1"/>
          </p:nvPr>
        </p:nvSpPr>
        <p:spPr>
          <a:xfrm>
            <a:off x="783772" y="1528118"/>
            <a:ext cx="9967802" cy="4587550"/>
          </a:xfrm>
        </p:spPr>
        <p:txBody>
          <a:bodyPr>
            <a:noAutofit/>
          </a:bodyPr>
          <a:lstStyle/>
          <a:p>
            <a:pPr algn="just">
              <a:buFont typeface="Arial" panose="020B0604020202020204" pitchFamily="34" charset="0"/>
              <a:buChar char="•"/>
            </a:pPr>
            <a:r>
              <a:rPr lang="en-US" sz="1800" b="1" dirty="0"/>
              <a:t>Keep it in-house – </a:t>
            </a:r>
            <a:r>
              <a:rPr lang="en-US" sz="1800" dirty="0"/>
              <a:t>With a 3D printer and the right software, you can produce small batches of products on your own premises without the need for external </a:t>
            </a:r>
            <a:r>
              <a:rPr lang="en-US" sz="1800" dirty="0" smtClean="0"/>
              <a:t>vendors</a:t>
            </a:r>
            <a:endParaRPr lang="en-US" sz="1800" dirty="0"/>
          </a:p>
          <a:p>
            <a:pPr algn="just">
              <a:buFont typeface="Arial" panose="020B0604020202020204" pitchFamily="34" charset="0"/>
              <a:buChar char="•"/>
            </a:pPr>
            <a:r>
              <a:rPr lang="en-US" sz="1800" b="1" dirty="0"/>
              <a:t>Easy to test – </a:t>
            </a:r>
            <a:r>
              <a:rPr lang="en-US" sz="1800" dirty="0"/>
              <a:t>Have an idea? With digital fabrication, you can bring it to life and see if it’s feasible. It helps you gain valuable insight into your customer needs, the marketplace and anything else that can spell the difference between success and </a:t>
            </a:r>
            <a:r>
              <a:rPr lang="en-US" sz="1800" dirty="0" smtClean="0"/>
              <a:t>failure</a:t>
            </a:r>
            <a:endParaRPr lang="en-US" sz="1800" dirty="0"/>
          </a:p>
          <a:p>
            <a:pPr algn="just">
              <a:buFont typeface="Arial" panose="020B0604020202020204" pitchFamily="34" charset="0"/>
              <a:buChar char="•"/>
            </a:pPr>
            <a:r>
              <a:rPr lang="en-US" sz="1800" b="1" dirty="0"/>
              <a:t>Save money – </a:t>
            </a:r>
            <a:r>
              <a:rPr lang="en-US" sz="1800" dirty="0"/>
              <a:t>Because you’re only making prototypes or small batches of a product, you won’t need much storage space. You can also save money on materials by using lower-grade supplies or even recycled </a:t>
            </a:r>
            <a:r>
              <a:rPr lang="en-US" sz="1800" dirty="0" smtClean="0"/>
              <a:t>plastic</a:t>
            </a:r>
            <a:endParaRPr lang="en-US" sz="1800" dirty="0"/>
          </a:p>
          <a:p>
            <a:pPr algn="just">
              <a:buFont typeface="Arial" panose="020B0604020202020204" pitchFamily="34" charset="0"/>
              <a:buChar char="•"/>
            </a:pPr>
            <a:r>
              <a:rPr lang="en-US" sz="1800" b="1" dirty="0"/>
              <a:t>Save time – </a:t>
            </a:r>
            <a:r>
              <a:rPr lang="en-US" sz="1800" dirty="0"/>
              <a:t>Digital fabrication accelerates the process of product development as you can create prototypes much more quickly than traditional manufacturing methods, with no need to </a:t>
            </a:r>
            <a:r>
              <a:rPr lang="en-US" sz="1800" dirty="0" smtClean="0"/>
              <a:t>outsource</a:t>
            </a:r>
            <a:endParaRPr lang="en-US" sz="1800" dirty="0"/>
          </a:p>
          <a:p>
            <a:pPr algn="just">
              <a:buFont typeface="Arial" panose="020B0604020202020204" pitchFamily="34" charset="0"/>
              <a:buChar char="•"/>
            </a:pPr>
            <a:r>
              <a:rPr lang="en-US" sz="1800" b="1" dirty="0"/>
              <a:t>Spot errors early – </a:t>
            </a:r>
            <a:r>
              <a:rPr lang="en-US" sz="1800" dirty="0"/>
              <a:t>Engineers like digital fabrication because it helps them spot any issues that exist within days rather than months</a:t>
            </a:r>
          </a:p>
          <a:p>
            <a:pPr marL="0" indent="0" algn="just">
              <a:buNone/>
            </a:pPr>
            <a:endParaRPr lang="en-US" sz="2800" dirty="0"/>
          </a:p>
        </p:txBody>
      </p:sp>
      <p:sp>
        <p:nvSpPr>
          <p:cNvPr id="4" name="Footer Placeholder 3">
            <a:extLst>
              <a:ext uri="{FF2B5EF4-FFF2-40B4-BE49-F238E27FC236}">
                <a16:creationId xmlns:a16="http://schemas.microsoft.com/office/drawing/2014/main" xmlns="" id="{C00A78FA-62C8-7942-D3DE-EB5699346E20}"/>
              </a:ext>
            </a:extLst>
          </p:cNvPr>
          <p:cNvSpPr>
            <a:spLocks noGrp="1"/>
          </p:cNvSpPr>
          <p:nvPr>
            <p:ph type="ftr" sz="quarter" idx="11"/>
          </p:nvPr>
        </p:nvSpPr>
        <p:spPr/>
        <p:txBody>
          <a:bodyPr/>
          <a:lstStyle/>
          <a:p>
            <a:r>
              <a:rPr lang="en-US"/>
              <a:t>MEC135_Unit 5</a:t>
            </a:r>
          </a:p>
        </p:txBody>
      </p:sp>
      <p:sp>
        <p:nvSpPr>
          <p:cNvPr id="5" name="Slide Number Placeholder 4">
            <a:extLst>
              <a:ext uri="{FF2B5EF4-FFF2-40B4-BE49-F238E27FC236}">
                <a16:creationId xmlns:a16="http://schemas.microsoft.com/office/drawing/2014/main" xmlns="" id="{FDAA89FE-BACC-35CE-201F-13700614346F}"/>
              </a:ext>
            </a:extLst>
          </p:cNvPr>
          <p:cNvSpPr>
            <a:spLocks noGrp="1"/>
          </p:cNvSpPr>
          <p:nvPr>
            <p:ph type="sldNum" sz="quarter" idx="12"/>
          </p:nvPr>
        </p:nvSpPr>
        <p:spPr/>
        <p:txBody>
          <a:bodyPr/>
          <a:lstStyle/>
          <a:p>
            <a:fld id="{642F018D-6242-4F8A-B408-2B825615E750}" type="slidenum">
              <a:rPr lang="en-US" smtClean="0"/>
              <a:t>12</a:t>
            </a:fld>
            <a:endParaRPr lang="en-US"/>
          </a:p>
        </p:txBody>
      </p:sp>
    </p:spTree>
    <p:extLst>
      <p:ext uri="{BB962C8B-B14F-4D97-AF65-F5344CB8AC3E}">
        <p14:creationId xmlns:p14="http://schemas.microsoft.com/office/powerpoint/2010/main" val="1444215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409A130-0C3C-FCED-CB18-43FE208558C8}"/>
              </a:ext>
            </a:extLst>
          </p:cNvPr>
          <p:cNvSpPr>
            <a:spLocks noGrp="1"/>
          </p:cNvSpPr>
          <p:nvPr>
            <p:ph type="title"/>
          </p:nvPr>
        </p:nvSpPr>
        <p:spPr/>
        <p:txBody>
          <a:bodyPr/>
          <a:lstStyle/>
          <a:p>
            <a:r>
              <a:rPr lang="en-US" dirty="0"/>
              <a:t>Prototype</a:t>
            </a:r>
          </a:p>
        </p:txBody>
      </p:sp>
      <p:sp>
        <p:nvSpPr>
          <p:cNvPr id="4" name="Footer Placeholder 3">
            <a:extLst>
              <a:ext uri="{FF2B5EF4-FFF2-40B4-BE49-F238E27FC236}">
                <a16:creationId xmlns:a16="http://schemas.microsoft.com/office/drawing/2014/main" xmlns="" id="{00066E3F-768E-59CF-D0D9-15C752D3ED98}"/>
              </a:ext>
            </a:extLst>
          </p:cNvPr>
          <p:cNvSpPr>
            <a:spLocks noGrp="1"/>
          </p:cNvSpPr>
          <p:nvPr>
            <p:ph type="ftr" sz="quarter" idx="11"/>
          </p:nvPr>
        </p:nvSpPr>
        <p:spPr/>
        <p:txBody>
          <a:bodyPr/>
          <a:lstStyle/>
          <a:p>
            <a:r>
              <a:rPr lang="en-US"/>
              <a:t>MEC135_Unit 5</a:t>
            </a:r>
          </a:p>
        </p:txBody>
      </p:sp>
      <p:sp>
        <p:nvSpPr>
          <p:cNvPr id="5" name="Slide Number Placeholder 4">
            <a:extLst>
              <a:ext uri="{FF2B5EF4-FFF2-40B4-BE49-F238E27FC236}">
                <a16:creationId xmlns:a16="http://schemas.microsoft.com/office/drawing/2014/main" xmlns="" id="{79FDF22E-83A6-65DE-AA24-73DAB606D20B}"/>
              </a:ext>
            </a:extLst>
          </p:cNvPr>
          <p:cNvSpPr>
            <a:spLocks noGrp="1"/>
          </p:cNvSpPr>
          <p:nvPr>
            <p:ph type="sldNum" sz="quarter" idx="12"/>
          </p:nvPr>
        </p:nvSpPr>
        <p:spPr/>
        <p:txBody>
          <a:bodyPr/>
          <a:lstStyle/>
          <a:p>
            <a:fld id="{642F018D-6242-4F8A-B408-2B825615E750}" type="slidenum">
              <a:rPr lang="en-US" smtClean="0"/>
              <a:t>13</a:t>
            </a:fld>
            <a:endParaRPr lang="en-US"/>
          </a:p>
        </p:txBody>
      </p:sp>
      <p:pic>
        <p:nvPicPr>
          <p:cNvPr id="10" name="Picture 9">
            <a:extLst>
              <a:ext uri="{FF2B5EF4-FFF2-40B4-BE49-F238E27FC236}">
                <a16:creationId xmlns:a16="http://schemas.microsoft.com/office/drawing/2014/main" xmlns="" id="{BD2E1210-FE86-4A7F-88AE-97A15BF35A8E}"/>
              </a:ext>
            </a:extLst>
          </p:cNvPr>
          <p:cNvPicPr>
            <a:picLocks noChangeAspect="1"/>
          </p:cNvPicPr>
          <p:nvPr/>
        </p:nvPicPr>
        <p:blipFill>
          <a:blip r:embed="rId2"/>
          <a:stretch>
            <a:fillRect/>
          </a:stretch>
        </p:blipFill>
        <p:spPr>
          <a:xfrm>
            <a:off x="838200" y="1830807"/>
            <a:ext cx="10785520" cy="2842434"/>
          </a:xfrm>
          <a:prstGeom prst="rect">
            <a:avLst/>
          </a:prstGeom>
        </p:spPr>
      </p:pic>
      <p:pic>
        <p:nvPicPr>
          <p:cNvPr id="12" name="Picture 11">
            <a:extLst>
              <a:ext uri="{FF2B5EF4-FFF2-40B4-BE49-F238E27FC236}">
                <a16:creationId xmlns:a16="http://schemas.microsoft.com/office/drawing/2014/main" xmlns="" id="{29E97AC5-7371-4B36-964B-54A573C827CC}"/>
              </a:ext>
            </a:extLst>
          </p:cNvPr>
          <p:cNvPicPr>
            <a:picLocks noChangeAspect="1"/>
          </p:cNvPicPr>
          <p:nvPr/>
        </p:nvPicPr>
        <p:blipFill>
          <a:blip r:embed="rId3"/>
          <a:stretch>
            <a:fillRect/>
          </a:stretch>
        </p:blipFill>
        <p:spPr>
          <a:xfrm>
            <a:off x="2005012" y="5400596"/>
            <a:ext cx="8181975" cy="847725"/>
          </a:xfrm>
          <a:prstGeom prst="rect">
            <a:avLst/>
          </a:prstGeom>
        </p:spPr>
      </p:pic>
      <p:sp>
        <p:nvSpPr>
          <p:cNvPr id="3" name="Rectangle 2"/>
          <p:cNvSpPr/>
          <p:nvPr/>
        </p:nvSpPr>
        <p:spPr>
          <a:xfrm>
            <a:off x="1303774" y="1410447"/>
            <a:ext cx="9559412" cy="400110"/>
          </a:xfrm>
          <a:prstGeom prst="rect">
            <a:avLst/>
          </a:prstGeom>
        </p:spPr>
        <p:txBody>
          <a:bodyPr wrap="square">
            <a:spAutoFit/>
          </a:bodyPr>
          <a:lstStyle/>
          <a:p>
            <a:r>
              <a:rPr lang="en-IN" sz="2000" dirty="0" smtClean="0"/>
              <a:t>The definition of prototype as per the Oxford Advanced Learner’s Dictionary</a:t>
            </a:r>
            <a:endParaRPr lang="en-IN" sz="2000" dirty="0"/>
          </a:p>
        </p:txBody>
      </p:sp>
      <p:sp>
        <p:nvSpPr>
          <p:cNvPr id="6" name="Rounded Rectangle 5"/>
          <p:cNvSpPr/>
          <p:nvPr/>
        </p:nvSpPr>
        <p:spPr>
          <a:xfrm>
            <a:off x="2448232" y="5812168"/>
            <a:ext cx="1423219" cy="372318"/>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p:cNvSpPr/>
          <p:nvPr/>
        </p:nvSpPr>
        <p:spPr>
          <a:xfrm>
            <a:off x="4523758" y="4969635"/>
            <a:ext cx="3292882" cy="400110"/>
          </a:xfrm>
          <a:prstGeom prst="rect">
            <a:avLst/>
          </a:prstGeom>
        </p:spPr>
        <p:txBody>
          <a:bodyPr wrap="square">
            <a:spAutoFit/>
          </a:bodyPr>
          <a:lstStyle/>
          <a:p>
            <a:r>
              <a:rPr lang="en-IN" sz="2000" dirty="0" smtClean="0"/>
              <a:t>General definition</a:t>
            </a:r>
            <a:endParaRPr lang="en-IN" sz="2000" dirty="0"/>
          </a:p>
        </p:txBody>
      </p:sp>
    </p:spTree>
    <p:extLst>
      <p:ext uri="{BB962C8B-B14F-4D97-AF65-F5344CB8AC3E}">
        <p14:creationId xmlns:p14="http://schemas.microsoft.com/office/powerpoint/2010/main" val="1639385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Prototype</a:t>
            </a:r>
            <a:endParaRPr lang="en-IN" dirty="0"/>
          </a:p>
        </p:txBody>
      </p:sp>
      <p:sp>
        <p:nvSpPr>
          <p:cNvPr id="5" name="Footer Placeholder 4"/>
          <p:cNvSpPr>
            <a:spLocks noGrp="1"/>
          </p:cNvSpPr>
          <p:nvPr>
            <p:ph type="ftr" sz="quarter" idx="11"/>
          </p:nvPr>
        </p:nvSpPr>
        <p:spPr/>
        <p:txBody>
          <a:bodyPr/>
          <a:lstStyle/>
          <a:p>
            <a:r>
              <a:rPr lang="en-US" smtClean="0"/>
              <a:t>MEC135_Unit 5</a:t>
            </a:r>
            <a:endParaRPr lang="en-US"/>
          </a:p>
        </p:txBody>
      </p:sp>
      <p:sp>
        <p:nvSpPr>
          <p:cNvPr id="6" name="Slide Number Placeholder 5"/>
          <p:cNvSpPr>
            <a:spLocks noGrp="1"/>
          </p:cNvSpPr>
          <p:nvPr>
            <p:ph type="sldNum" sz="quarter" idx="12"/>
          </p:nvPr>
        </p:nvSpPr>
        <p:spPr/>
        <p:txBody>
          <a:bodyPr/>
          <a:lstStyle/>
          <a:p>
            <a:fld id="{642F018D-6242-4F8A-B408-2B825615E750}" type="slidenum">
              <a:rPr lang="en-US" smtClean="0"/>
              <a:t>14</a:t>
            </a:fld>
            <a:endParaRPr lang="en-US"/>
          </a:p>
        </p:txBody>
      </p:sp>
      <p:sp>
        <p:nvSpPr>
          <p:cNvPr id="7" name="Rectangle 6"/>
          <p:cNvSpPr/>
          <p:nvPr/>
        </p:nvSpPr>
        <p:spPr>
          <a:xfrm>
            <a:off x="737419" y="1443841"/>
            <a:ext cx="9969910" cy="4770537"/>
          </a:xfrm>
          <a:prstGeom prst="rect">
            <a:avLst/>
          </a:prstGeom>
        </p:spPr>
        <p:txBody>
          <a:bodyPr wrap="square">
            <a:spAutoFit/>
          </a:bodyPr>
          <a:lstStyle/>
          <a:p>
            <a:pPr algn="just">
              <a:spcBef>
                <a:spcPts val="1200"/>
              </a:spcBef>
            </a:pPr>
            <a:r>
              <a:rPr lang="en-US" sz="2400" dirty="0"/>
              <a:t>The general definition of the prototype contains three aspects of</a:t>
            </a:r>
          </a:p>
          <a:p>
            <a:pPr algn="just">
              <a:spcBef>
                <a:spcPts val="1200"/>
              </a:spcBef>
            </a:pPr>
            <a:r>
              <a:rPr lang="en-US" sz="2400" dirty="0"/>
              <a:t>interests</a:t>
            </a:r>
            <a:r>
              <a:rPr lang="en-US" sz="2400" dirty="0" smtClean="0"/>
              <a:t>:</a:t>
            </a:r>
            <a:endParaRPr lang="en-US" sz="2400" dirty="0"/>
          </a:p>
          <a:p>
            <a:pPr marL="457200" indent="-457200" algn="just">
              <a:spcBef>
                <a:spcPts val="1200"/>
              </a:spcBef>
              <a:buFont typeface="+mj-lt"/>
              <a:buAutoNum type="arabicPeriod"/>
            </a:pPr>
            <a:r>
              <a:rPr lang="en-US" sz="2400" b="1" dirty="0" smtClean="0"/>
              <a:t>The </a:t>
            </a:r>
            <a:r>
              <a:rPr lang="en-US" sz="2400" b="1" dirty="0"/>
              <a:t>implementation of the prototype</a:t>
            </a:r>
            <a:r>
              <a:rPr lang="en-US" sz="2400" dirty="0"/>
              <a:t>; from the entire product (</a:t>
            </a:r>
            <a:r>
              <a:rPr lang="en-US" sz="2400" dirty="0" smtClean="0"/>
              <a:t>or system</a:t>
            </a:r>
            <a:r>
              <a:rPr lang="en-US" sz="2400" dirty="0"/>
              <a:t>) itself to its sub-assemblies and </a:t>
            </a:r>
            <a:r>
              <a:rPr lang="en-US" sz="2400" dirty="0" smtClean="0"/>
              <a:t>components. E.g. </a:t>
            </a:r>
            <a:r>
              <a:rPr lang="en-US" sz="2400" b="1" dirty="0" smtClean="0">
                <a:solidFill>
                  <a:srgbClr val="FFFF00"/>
                </a:solidFill>
              </a:rPr>
              <a:t>Testing of an office chair for comfort</a:t>
            </a:r>
          </a:p>
          <a:p>
            <a:pPr marL="457200" indent="-457200" algn="just">
              <a:spcBef>
                <a:spcPts val="1200"/>
              </a:spcBef>
              <a:buFont typeface="+mj-lt"/>
              <a:buAutoNum type="arabicPeriod"/>
            </a:pPr>
            <a:r>
              <a:rPr lang="en-US" sz="2400" b="1" dirty="0" smtClean="0"/>
              <a:t>The </a:t>
            </a:r>
            <a:r>
              <a:rPr lang="en-US" sz="2400" b="1" dirty="0"/>
              <a:t>form of the prototype</a:t>
            </a:r>
            <a:r>
              <a:rPr lang="en-US" sz="2400" dirty="0"/>
              <a:t>; from a virtual prototype to a </a:t>
            </a:r>
            <a:r>
              <a:rPr lang="en-US" sz="2400" dirty="0" smtClean="0"/>
              <a:t>physical prototype. </a:t>
            </a:r>
            <a:r>
              <a:rPr lang="en-US" sz="2400" dirty="0"/>
              <a:t>E.g. </a:t>
            </a:r>
            <a:r>
              <a:rPr lang="en-US" sz="2400" b="1" dirty="0">
                <a:solidFill>
                  <a:srgbClr val="FFFF00"/>
                </a:solidFill>
              </a:rPr>
              <a:t>Mathematical </a:t>
            </a:r>
            <a:r>
              <a:rPr lang="en-US" sz="2400" b="1" dirty="0" smtClean="0">
                <a:solidFill>
                  <a:srgbClr val="FFFF00"/>
                </a:solidFill>
              </a:rPr>
              <a:t>models for </a:t>
            </a:r>
            <a:r>
              <a:rPr lang="en-US" sz="2400" b="1" dirty="0">
                <a:solidFill>
                  <a:srgbClr val="FFFF00"/>
                </a:solidFill>
              </a:rPr>
              <a:t>visualization of airflow over an aircraft wing to ascertain lift </a:t>
            </a:r>
            <a:r>
              <a:rPr lang="en-US" sz="2400" b="1" dirty="0" smtClean="0">
                <a:solidFill>
                  <a:srgbClr val="FFFF00"/>
                </a:solidFill>
              </a:rPr>
              <a:t>and drag </a:t>
            </a:r>
            <a:r>
              <a:rPr lang="en-US" sz="2400" b="1" dirty="0">
                <a:solidFill>
                  <a:srgbClr val="FFFF00"/>
                </a:solidFill>
              </a:rPr>
              <a:t>on the </a:t>
            </a:r>
            <a:r>
              <a:rPr lang="en-US" sz="2400" b="1" dirty="0" smtClean="0">
                <a:solidFill>
                  <a:srgbClr val="FFFF00"/>
                </a:solidFill>
              </a:rPr>
              <a:t>wing, Dummy mobile</a:t>
            </a:r>
          </a:p>
          <a:p>
            <a:pPr marL="457200" indent="-457200" algn="just">
              <a:spcBef>
                <a:spcPts val="1200"/>
              </a:spcBef>
              <a:buFont typeface="+mj-lt"/>
              <a:buAutoNum type="arabicPeriod"/>
            </a:pPr>
            <a:r>
              <a:rPr lang="en-US" sz="2400" b="1" dirty="0" smtClean="0"/>
              <a:t>The </a:t>
            </a:r>
            <a:r>
              <a:rPr lang="en-US" sz="2400" b="1" dirty="0"/>
              <a:t>degree of the approximation of the prototype</a:t>
            </a:r>
            <a:r>
              <a:rPr lang="en-US" sz="2400" dirty="0"/>
              <a:t>; from a </a:t>
            </a:r>
            <a:r>
              <a:rPr lang="en-US" sz="2400" dirty="0" smtClean="0"/>
              <a:t>very rough </a:t>
            </a:r>
            <a:r>
              <a:rPr lang="en-US" sz="2400" dirty="0"/>
              <a:t>representation to an exact replication of the product.</a:t>
            </a:r>
            <a:endParaRPr lang="en-IN" sz="2400" dirty="0"/>
          </a:p>
        </p:txBody>
      </p:sp>
    </p:spTree>
    <p:extLst>
      <p:ext uri="{BB962C8B-B14F-4D97-AF65-F5344CB8AC3E}">
        <p14:creationId xmlns:p14="http://schemas.microsoft.com/office/powerpoint/2010/main" val="620658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Roles of the Prototypes</a:t>
            </a:r>
          </a:p>
        </p:txBody>
      </p:sp>
      <p:sp>
        <p:nvSpPr>
          <p:cNvPr id="5" name="Footer Placeholder 4"/>
          <p:cNvSpPr>
            <a:spLocks noGrp="1"/>
          </p:cNvSpPr>
          <p:nvPr>
            <p:ph type="ftr" sz="quarter" idx="11"/>
          </p:nvPr>
        </p:nvSpPr>
        <p:spPr/>
        <p:txBody>
          <a:bodyPr/>
          <a:lstStyle/>
          <a:p>
            <a:r>
              <a:rPr lang="en-US" smtClean="0"/>
              <a:t>MEC135_Unit 5</a:t>
            </a:r>
            <a:endParaRPr lang="en-US"/>
          </a:p>
        </p:txBody>
      </p:sp>
      <p:sp>
        <p:nvSpPr>
          <p:cNvPr id="6" name="Slide Number Placeholder 5"/>
          <p:cNvSpPr>
            <a:spLocks noGrp="1"/>
          </p:cNvSpPr>
          <p:nvPr>
            <p:ph type="sldNum" sz="quarter" idx="12"/>
          </p:nvPr>
        </p:nvSpPr>
        <p:spPr/>
        <p:txBody>
          <a:bodyPr/>
          <a:lstStyle/>
          <a:p>
            <a:fld id="{642F018D-6242-4F8A-B408-2B825615E750}" type="slidenum">
              <a:rPr lang="en-US" smtClean="0"/>
              <a:t>15</a:t>
            </a:fld>
            <a:endParaRPr lang="en-US"/>
          </a:p>
        </p:txBody>
      </p:sp>
      <p:sp>
        <p:nvSpPr>
          <p:cNvPr id="7" name="Rectangle 6"/>
          <p:cNvSpPr/>
          <p:nvPr/>
        </p:nvSpPr>
        <p:spPr>
          <a:xfrm>
            <a:off x="737419" y="1443841"/>
            <a:ext cx="9969910" cy="3970318"/>
          </a:xfrm>
          <a:prstGeom prst="rect">
            <a:avLst/>
          </a:prstGeom>
        </p:spPr>
        <p:txBody>
          <a:bodyPr wrap="square">
            <a:spAutoFit/>
          </a:bodyPr>
          <a:lstStyle/>
          <a:p>
            <a:pPr algn="just">
              <a:spcBef>
                <a:spcPts val="1200"/>
              </a:spcBef>
            </a:pPr>
            <a:r>
              <a:rPr lang="en-US" sz="2400" dirty="0"/>
              <a:t>The roles that prototypes play in the product development process </a:t>
            </a:r>
            <a:r>
              <a:rPr lang="en-US" sz="2400" dirty="0" smtClean="0"/>
              <a:t>are several</a:t>
            </a:r>
            <a:r>
              <a:rPr lang="en-US" sz="2400" dirty="0"/>
              <a:t>. They include the following</a:t>
            </a:r>
            <a:r>
              <a:rPr lang="en-US" sz="2400" dirty="0" smtClean="0"/>
              <a:t>:</a:t>
            </a:r>
          </a:p>
          <a:p>
            <a:pPr algn="just">
              <a:spcBef>
                <a:spcPts val="1200"/>
              </a:spcBef>
            </a:pPr>
            <a:endParaRPr lang="en-US" sz="2400" dirty="0"/>
          </a:p>
          <a:p>
            <a:pPr algn="just">
              <a:spcBef>
                <a:spcPts val="1200"/>
              </a:spcBef>
            </a:pPr>
            <a:r>
              <a:rPr lang="en-US" sz="2400" dirty="0"/>
              <a:t>(1) Experimentation and </a:t>
            </a:r>
            <a:r>
              <a:rPr lang="en-US" sz="2400" dirty="0" smtClean="0"/>
              <a:t>learning. E.g. Elbow rest of a Chair</a:t>
            </a:r>
            <a:endParaRPr lang="en-US" sz="2400" dirty="0"/>
          </a:p>
          <a:p>
            <a:pPr algn="just">
              <a:spcBef>
                <a:spcPts val="1200"/>
              </a:spcBef>
            </a:pPr>
            <a:r>
              <a:rPr lang="en-US" sz="2400" dirty="0"/>
              <a:t>(2) Testing and </a:t>
            </a:r>
            <a:r>
              <a:rPr lang="en-US" sz="2400" dirty="0" smtClean="0"/>
              <a:t>proofing. </a:t>
            </a:r>
            <a:endParaRPr lang="en-US" sz="2400" dirty="0"/>
          </a:p>
          <a:p>
            <a:pPr algn="just">
              <a:spcBef>
                <a:spcPts val="1200"/>
              </a:spcBef>
            </a:pPr>
            <a:r>
              <a:rPr lang="en-US" sz="2400" dirty="0"/>
              <a:t>(3) Communication and </a:t>
            </a:r>
            <a:r>
              <a:rPr lang="en-US" sz="2400" dirty="0" smtClean="0"/>
              <a:t>interaction. E.g. Dummy mobiles</a:t>
            </a:r>
            <a:endParaRPr lang="en-US" sz="2400" dirty="0"/>
          </a:p>
          <a:p>
            <a:pPr algn="just">
              <a:spcBef>
                <a:spcPts val="1200"/>
              </a:spcBef>
            </a:pPr>
            <a:r>
              <a:rPr lang="en-US" sz="2400" dirty="0"/>
              <a:t>(4) Synthesis and </a:t>
            </a:r>
            <a:r>
              <a:rPr lang="en-US" sz="2400" dirty="0" smtClean="0"/>
              <a:t>integration. E.g. Clutch</a:t>
            </a:r>
            <a:endParaRPr lang="en-US" sz="2400" dirty="0"/>
          </a:p>
          <a:p>
            <a:pPr algn="just">
              <a:spcBef>
                <a:spcPts val="1200"/>
              </a:spcBef>
            </a:pPr>
            <a:r>
              <a:rPr lang="en-US" sz="2400" dirty="0"/>
              <a:t>(5) Scheduling and </a:t>
            </a:r>
            <a:r>
              <a:rPr lang="en-US" sz="2400" dirty="0" smtClean="0"/>
              <a:t>markers. E.g. Building models</a:t>
            </a:r>
            <a:endParaRPr lang="en-IN" sz="2400" dirty="0"/>
          </a:p>
        </p:txBody>
      </p:sp>
    </p:spTree>
    <p:extLst>
      <p:ext uri="{BB962C8B-B14F-4D97-AF65-F5344CB8AC3E}">
        <p14:creationId xmlns:p14="http://schemas.microsoft.com/office/powerpoint/2010/main" val="947488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B4750EF-82B2-D0F8-2870-F21B6E65CDAF}"/>
              </a:ext>
            </a:extLst>
          </p:cNvPr>
          <p:cNvSpPr>
            <a:spLocks noGrp="1"/>
          </p:cNvSpPr>
          <p:nvPr>
            <p:ph type="title"/>
          </p:nvPr>
        </p:nvSpPr>
        <p:spPr/>
        <p:txBody>
          <a:bodyPr/>
          <a:lstStyle/>
          <a:p>
            <a:r>
              <a:rPr lang="en-US" dirty="0"/>
              <a:t>Rapid Prototyping</a:t>
            </a:r>
          </a:p>
        </p:txBody>
      </p:sp>
      <p:sp>
        <p:nvSpPr>
          <p:cNvPr id="3" name="Content Placeholder 2">
            <a:extLst>
              <a:ext uri="{FF2B5EF4-FFF2-40B4-BE49-F238E27FC236}">
                <a16:creationId xmlns:a16="http://schemas.microsoft.com/office/drawing/2014/main" xmlns="" id="{3CE5056F-F94F-E2E4-FB32-0E13F781AB1C}"/>
              </a:ext>
            </a:extLst>
          </p:cNvPr>
          <p:cNvSpPr>
            <a:spLocks noGrp="1"/>
          </p:cNvSpPr>
          <p:nvPr>
            <p:ph idx="1"/>
          </p:nvPr>
        </p:nvSpPr>
        <p:spPr>
          <a:xfrm>
            <a:off x="719864" y="1345014"/>
            <a:ext cx="8946541" cy="4195481"/>
          </a:xfrm>
        </p:spPr>
        <p:txBody>
          <a:bodyPr>
            <a:normAutofit/>
          </a:bodyPr>
          <a:lstStyle/>
          <a:p>
            <a:pPr algn="just"/>
            <a:r>
              <a:rPr lang="en-US" sz="1800" dirty="0"/>
              <a:t>Rapid prototyping is a group of techniques used to quickly fabricate a scale model of a physical part or assembly using three-dimensional computer aided design data.</a:t>
            </a:r>
          </a:p>
          <a:p>
            <a:pPr algn="just"/>
            <a:endParaRPr lang="en-US" sz="1800" dirty="0"/>
          </a:p>
          <a:p>
            <a:pPr algn="just"/>
            <a:r>
              <a:rPr lang="en-US" sz="1800" dirty="0"/>
              <a:t>“As the name implies, rapid prototyping is a process of creating a prototype rapidly to evaluate the features or some part of the product.”</a:t>
            </a:r>
          </a:p>
          <a:p>
            <a:pPr algn="just"/>
            <a:endParaRPr lang="en-US" sz="1800" dirty="0"/>
          </a:p>
          <a:p>
            <a:pPr algn="just"/>
            <a:endParaRPr lang="en-US" sz="1800" dirty="0"/>
          </a:p>
          <a:p>
            <a:pPr algn="just"/>
            <a:endParaRPr lang="en-US" sz="1800" dirty="0"/>
          </a:p>
        </p:txBody>
      </p:sp>
      <p:sp>
        <p:nvSpPr>
          <p:cNvPr id="4" name="Footer Placeholder 3">
            <a:extLst>
              <a:ext uri="{FF2B5EF4-FFF2-40B4-BE49-F238E27FC236}">
                <a16:creationId xmlns:a16="http://schemas.microsoft.com/office/drawing/2014/main" xmlns="" id="{309CE74B-5377-374F-E0A7-EDE4CEB74EE7}"/>
              </a:ext>
            </a:extLst>
          </p:cNvPr>
          <p:cNvSpPr>
            <a:spLocks noGrp="1"/>
          </p:cNvSpPr>
          <p:nvPr>
            <p:ph type="ftr" sz="quarter" idx="11"/>
          </p:nvPr>
        </p:nvSpPr>
        <p:spPr/>
        <p:txBody>
          <a:bodyPr/>
          <a:lstStyle/>
          <a:p>
            <a:r>
              <a:rPr lang="en-US"/>
              <a:t>MEC135_Unit 5</a:t>
            </a:r>
          </a:p>
        </p:txBody>
      </p:sp>
      <p:sp>
        <p:nvSpPr>
          <p:cNvPr id="6" name="Slide Number Placeholder 5">
            <a:extLst>
              <a:ext uri="{FF2B5EF4-FFF2-40B4-BE49-F238E27FC236}">
                <a16:creationId xmlns:a16="http://schemas.microsoft.com/office/drawing/2014/main" xmlns="" id="{90DED50F-C139-DF45-3AF4-988F1BC49360}"/>
              </a:ext>
            </a:extLst>
          </p:cNvPr>
          <p:cNvSpPr>
            <a:spLocks noGrp="1"/>
          </p:cNvSpPr>
          <p:nvPr>
            <p:ph type="sldNum" sz="quarter" idx="12"/>
          </p:nvPr>
        </p:nvSpPr>
        <p:spPr/>
        <p:txBody>
          <a:bodyPr/>
          <a:lstStyle/>
          <a:p>
            <a:fld id="{642F018D-6242-4F8A-B408-2B825615E750}" type="slidenum">
              <a:rPr lang="en-US" smtClean="0"/>
              <a:t>16</a:t>
            </a:fld>
            <a:endParaRPr lang="en-US"/>
          </a:p>
        </p:txBody>
      </p:sp>
      <p:pic>
        <p:nvPicPr>
          <p:cNvPr id="5" name="Picture 4">
            <a:extLst>
              <a:ext uri="{FF2B5EF4-FFF2-40B4-BE49-F238E27FC236}">
                <a16:creationId xmlns:a16="http://schemas.microsoft.com/office/drawing/2014/main" xmlns="" id="{86CECACD-D8E7-9CC5-E54D-698175133ABE}"/>
              </a:ext>
            </a:extLst>
          </p:cNvPr>
          <p:cNvPicPr>
            <a:picLocks noChangeAspect="1"/>
          </p:cNvPicPr>
          <p:nvPr/>
        </p:nvPicPr>
        <p:blipFill>
          <a:blip r:embed="rId2"/>
          <a:stretch>
            <a:fillRect/>
          </a:stretch>
        </p:blipFill>
        <p:spPr>
          <a:xfrm>
            <a:off x="6179270" y="3407193"/>
            <a:ext cx="4854601" cy="3337212"/>
          </a:xfrm>
          <a:prstGeom prst="rect">
            <a:avLst/>
          </a:prstGeom>
        </p:spPr>
      </p:pic>
    </p:spTree>
    <p:extLst>
      <p:ext uri="{BB962C8B-B14F-4D97-AF65-F5344CB8AC3E}">
        <p14:creationId xmlns:p14="http://schemas.microsoft.com/office/powerpoint/2010/main" val="392013675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Historical development of Rapid Prototyping</a:t>
            </a:r>
            <a:endParaRPr lang="en-IN" sz="4000" dirty="0"/>
          </a:p>
        </p:txBody>
      </p:sp>
      <p:sp>
        <p:nvSpPr>
          <p:cNvPr id="5" name="Footer Placeholder 4"/>
          <p:cNvSpPr>
            <a:spLocks noGrp="1"/>
          </p:cNvSpPr>
          <p:nvPr>
            <p:ph type="ftr" sz="quarter" idx="11"/>
          </p:nvPr>
        </p:nvSpPr>
        <p:spPr/>
        <p:txBody>
          <a:bodyPr/>
          <a:lstStyle/>
          <a:p>
            <a:r>
              <a:rPr lang="en-US" smtClean="0"/>
              <a:t>MEC135_Unit 5</a:t>
            </a:r>
            <a:endParaRPr lang="en-US"/>
          </a:p>
        </p:txBody>
      </p:sp>
      <p:sp>
        <p:nvSpPr>
          <p:cNvPr id="6" name="Slide Number Placeholder 5"/>
          <p:cNvSpPr>
            <a:spLocks noGrp="1"/>
          </p:cNvSpPr>
          <p:nvPr>
            <p:ph type="sldNum" sz="quarter" idx="12"/>
          </p:nvPr>
        </p:nvSpPr>
        <p:spPr/>
        <p:txBody>
          <a:bodyPr/>
          <a:lstStyle/>
          <a:p>
            <a:fld id="{642F018D-6242-4F8A-B408-2B825615E750}" type="slidenum">
              <a:rPr lang="en-US" smtClean="0"/>
              <a:t>17</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9019" y="2036937"/>
            <a:ext cx="7364669" cy="35056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8702718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644C241-7F5B-0803-E498-D02250F9F102}"/>
              </a:ext>
            </a:extLst>
          </p:cNvPr>
          <p:cNvSpPr>
            <a:spLocks noGrp="1"/>
          </p:cNvSpPr>
          <p:nvPr>
            <p:ph type="title"/>
          </p:nvPr>
        </p:nvSpPr>
        <p:spPr/>
        <p:txBody>
          <a:bodyPr/>
          <a:lstStyle/>
          <a:p>
            <a:r>
              <a:rPr lang="en-US" dirty="0"/>
              <a:t>Phases of Rapid Prototyping</a:t>
            </a:r>
          </a:p>
        </p:txBody>
      </p:sp>
      <p:graphicFrame>
        <p:nvGraphicFramePr>
          <p:cNvPr id="4" name="Content Placeholder 3">
            <a:extLst>
              <a:ext uri="{FF2B5EF4-FFF2-40B4-BE49-F238E27FC236}">
                <a16:creationId xmlns:a16="http://schemas.microsoft.com/office/drawing/2014/main" xmlns="" id="{9F18E4D2-B96F-FE74-AB10-6BC82C06D53C}"/>
              </a:ext>
            </a:extLst>
          </p:cNvPr>
          <p:cNvGraphicFramePr>
            <a:graphicFrameLocks noGrp="1"/>
          </p:cNvGraphicFramePr>
          <p:nvPr>
            <p:ph idx="1"/>
            <p:extLst>
              <p:ext uri="{D42A27DB-BD31-4B8C-83A1-F6EECF244321}">
                <p14:modId xmlns:p14="http://schemas.microsoft.com/office/powerpoint/2010/main" val="3680478197"/>
              </p:ext>
            </p:extLst>
          </p:nvPr>
        </p:nvGraphicFramePr>
        <p:xfrm>
          <a:off x="838201" y="1825625"/>
          <a:ext cx="9644406" cy="43866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Footer Placeholder 2">
            <a:extLst>
              <a:ext uri="{FF2B5EF4-FFF2-40B4-BE49-F238E27FC236}">
                <a16:creationId xmlns:a16="http://schemas.microsoft.com/office/drawing/2014/main" xmlns="" id="{AEB87A7D-14CC-B841-53F9-5F6833F21F52}"/>
              </a:ext>
            </a:extLst>
          </p:cNvPr>
          <p:cNvSpPr>
            <a:spLocks noGrp="1"/>
          </p:cNvSpPr>
          <p:nvPr>
            <p:ph type="ftr" sz="quarter" idx="11"/>
          </p:nvPr>
        </p:nvSpPr>
        <p:spPr/>
        <p:txBody>
          <a:bodyPr/>
          <a:lstStyle/>
          <a:p>
            <a:r>
              <a:rPr lang="en-US"/>
              <a:t>MEC135_Unit 5</a:t>
            </a:r>
          </a:p>
        </p:txBody>
      </p:sp>
      <p:sp>
        <p:nvSpPr>
          <p:cNvPr id="5" name="Slide Number Placeholder 4">
            <a:extLst>
              <a:ext uri="{FF2B5EF4-FFF2-40B4-BE49-F238E27FC236}">
                <a16:creationId xmlns:a16="http://schemas.microsoft.com/office/drawing/2014/main" xmlns="" id="{4FA021CE-30B5-154A-5609-827B83AFE0D1}"/>
              </a:ext>
            </a:extLst>
          </p:cNvPr>
          <p:cNvSpPr>
            <a:spLocks noGrp="1"/>
          </p:cNvSpPr>
          <p:nvPr>
            <p:ph type="sldNum" sz="quarter" idx="12"/>
          </p:nvPr>
        </p:nvSpPr>
        <p:spPr/>
        <p:txBody>
          <a:bodyPr/>
          <a:lstStyle/>
          <a:p>
            <a:fld id="{642F018D-6242-4F8A-B408-2B825615E750}" type="slidenum">
              <a:rPr lang="en-US" smtClean="0"/>
              <a:t>18</a:t>
            </a:fld>
            <a:endParaRPr lang="en-US"/>
          </a:p>
        </p:txBody>
      </p:sp>
      <p:pic>
        <p:nvPicPr>
          <p:cNvPr id="6" name="Picture 5">
            <a:extLst>
              <a:ext uri="{FF2B5EF4-FFF2-40B4-BE49-F238E27FC236}">
                <a16:creationId xmlns:a16="http://schemas.microsoft.com/office/drawing/2014/main" xmlns="" id="{AF487E75-3EAF-471B-88DD-A22A01F0A1EC}"/>
              </a:ext>
            </a:extLst>
          </p:cNvPr>
          <p:cNvPicPr>
            <a:picLocks noChangeAspect="1"/>
          </p:cNvPicPr>
          <p:nvPr/>
        </p:nvPicPr>
        <p:blipFill>
          <a:blip r:embed="rId7"/>
          <a:stretch>
            <a:fillRect/>
          </a:stretch>
        </p:blipFill>
        <p:spPr>
          <a:xfrm>
            <a:off x="69592" y="4164998"/>
            <a:ext cx="4493078" cy="392253"/>
          </a:xfrm>
          <a:prstGeom prst="rect">
            <a:avLst/>
          </a:prstGeom>
        </p:spPr>
      </p:pic>
      <p:pic>
        <p:nvPicPr>
          <p:cNvPr id="7" name="Picture 6">
            <a:extLst>
              <a:ext uri="{FF2B5EF4-FFF2-40B4-BE49-F238E27FC236}">
                <a16:creationId xmlns:a16="http://schemas.microsoft.com/office/drawing/2014/main" xmlns="" id="{7DEF2989-8A26-4EAE-9313-A391BDC4883D}"/>
              </a:ext>
            </a:extLst>
          </p:cNvPr>
          <p:cNvPicPr>
            <a:picLocks noChangeAspect="1"/>
          </p:cNvPicPr>
          <p:nvPr/>
        </p:nvPicPr>
        <p:blipFill>
          <a:blip r:embed="rId8"/>
          <a:stretch>
            <a:fillRect/>
          </a:stretch>
        </p:blipFill>
        <p:spPr>
          <a:xfrm>
            <a:off x="6736701" y="4980293"/>
            <a:ext cx="5049805" cy="654604"/>
          </a:xfrm>
          <a:prstGeom prst="rect">
            <a:avLst/>
          </a:prstGeom>
        </p:spPr>
      </p:pic>
      <p:pic>
        <p:nvPicPr>
          <p:cNvPr id="8" name="Picture 7">
            <a:extLst>
              <a:ext uri="{FF2B5EF4-FFF2-40B4-BE49-F238E27FC236}">
                <a16:creationId xmlns:a16="http://schemas.microsoft.com/office/drawing/2014/main" xmlns="" id="{EC8DBB28-8828-4257-8D21-FF189675A94D}"/>
              </a:ext>
            </a:extLst>
          </p:cNvPr>
          <p:cNvPicPr>
            <a:picLocks noChangeAspect="1"/>
          </p:cNvPicPr>
          <p:nvPr/>
        </p:nvPicPr>
        <p:blipFill>
          <a:blip r:embed="rId9"/>
          <a:stretch>
            <a:fillRect/>
          </a:stretch>
        </p:blipFill>
        <p:spPr>
          <a:xfrm>
            <a:off x="3911957" y="4442027"/>
            <a:ext cx="2423530" cy="233168"/>
          </a:xfrm>
          <a:prstGeom prst="rect">
            <a:avLst/>
          </a:prstGeom>
        </p:spPr>
      </p:pic>
      <p:pic>
        <p:nvPicPr>
          <p:cNvPr id="9" name="Picture 8">
            <a:extLst>
              <a:ext uri="{FF2B5EF4-FFF2-40B4-BE49-F238E27FC236}">
                <a16:creationId xmlns:a16="http://schemas.microsoft.com/office/drawing/2014/main" xmlns="" id="{4A4DEE6F-2C5B-464A-8A13-E731D93EBDEC}"/>
              </a:ext>
            </a:extLst>
          </p:cNvPr>
          <p:cNvPicPr>
            <a:picLocks noChangeAspect="1"/>
          </p:cNvPicPr>
          <p:nvPr/>
        </p:nvPicPr>
        <p:blipFill>
          <a:blip r:embed="rId10"/>
          <a:stretch>
            <a:fillRect/>
          </a:stretch>
        </p:blipFill>
        <p:spPr>
          <a:xfrm>
            <a:off x="3886098" y="4679860"/>
            <a:ext cx="2778030" cy="233168"/>
          </a:xfrm>
          <a:prstGeom prst="rect">
            <a:avLst/>
          </a:prstGeom>
        </p:spPr>
      </p:pic>
      <p:pic>
        <p:nvPicPr>
          <p:cNvPr id="10" name="Picture 9">
            <a:extLst>
              <a:ext uri="{FF2B5EF4-FFF2-40B4-BE49-F238E27FC236}">
                <a16:creationId xmlns:a16="http://schemas.microsoft.com/office/drawing/2014/main" xmlns="" id="{0F204CC7-A21A-4538-B972-EEF51333EEAD}"/>
              </a:ext>
            </a:extLst>
          </p:cNvPr>
          <p:cNvPicPr>
            <a:picLocks noChangeAspect="1"/>
          </p:cNvPicPr>
          <p:nvPr/>
        </p:nvPicPr>
        <p:blipFill>
          <a:blip r:embed="rId11"/>
          <a:stretch>
            <a:fillRect/>
          </a:stretch>
        </p:blipFill>
        <p:spPr>
          <a:xfrm>
            <a:off x="3890863" y="4926322"/>
            <a:ext cx="2452542" cy="325418"/>
          </a:xfrm>
          <a:prstGeom prst="rect">
            <a:avLst/>
          </a:prstGeom>
        </p:spPr>
      </p:pic>
    </p:spTree>
    <p:extLst>
      <p:ext uri="{BB962C8B-B14F-4D97-AF65-F5344CB8AC3E}">
        <p14:creationId xmlns:p14="http://schemas.microsoft.com/office/powerpoint/2010/main" val="91308096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8F5AE8F-67EF-CAC9-C7C7-FB0978C98862}"/>
              </a:ext>
            </a:extLst>
          </p:cNvPr>
          <p:cNvSpPr>
            <a:spLocks noGrp="1"/>
          </p:cNvSpPr>
          <p:nvPr>
            <p:ph type="title"/>
          </p:nvPr>
        </p:nvSpPr>
        <p:spPr/>
        <p:txBody>
          <a:bodyPr>
            <a:normAutofit/>
          </a:bodyPr>
          <a:lstStyle/>
          <a:p>
            <a:r>
              <a:rPr lang="en-US" sz="4000" dirty="0"/>
              <a:t>Difference between geometric modeling and prototyping</a:t>
            </a:r>
          </a:p>
        </p:txBody>
      </p:sp>
      <p:pic>
        <p:nvPicPr>
          <p:cNvPr id="5" name="Content Placeholder 4">
            <a:extLst>
              <a:ext uri="{FF2B5EF4-FFF2-40B4-BE49-F238E27FC236}">
                <a16:creationId xmlns:a16="http://schemas.microsoft.com/office/drawing/2014/main" xmlns="" id="{8EE8F1B6-8E43-42F0-B047-D3411B4B79E4}"/>
              </a:ext>
            </a:extLst>
          </p:cNvPr>
          <p:cNvPicPr>
            <a:picLocks noGrp="1" noChangeAspect="1"/>
          </p:cNvPicPr>
          <p:nvPr>
            <p:ph idx="1"/>
          </p:nvPr>
        </p:nvPicPr>
        <p:blipFill>
          <a:blip r:embed="rId2"/>
          <a:stretch>
            <a:fillRect/>
          </a:stretch>
        </p:blipFill>
        <p:spPr>
          <a:xfrm>
            <a:off x="3319169" y="1744825"/>
            <a:ext cx="4583860" cy="5100240"/>
          </a:xfrm>
        </p:spPr>
      </p:pic>
      <p:sp>
        <p:nvSpPr>
          <p:cNvPr id="3" name="Footer Placeholder 2">
            <a:extLst>
              <a:ext uri="{FF2B5EF4-FFF2-40B4-BE49-F238E27FC236}">
                <a16:creationId xmlns:a16="http://schemas.microsoft.com/office/drawing/2014/main" xmlns="" id="{4E02EBE3-4265-8364-6D98-7A39353FC8E3}"/>
              </a:ext>
            </a:extLst>
          </p:cNvPr>
          <p:cNvSpPr>
            <a:spLocks noGrp="1"/>
          </p:cNvSpPr>
          <p:nvPr>
            <p:ph type="ftr" sz="quarter" idx="11"/>
          </p:nvPr>
        </p:nvSpPr>
        <p:spPr/>
        <p:txBody>
          <a:bodyPr/>
          <a:lstStyle/>
          <a:p>
            <a:r>
              <a:rPr lang="en-US"/>
              <a:t>MEC135_Unit 5</a:t>
            </a:r>
          </a:p>
        </p:txBody>
      </p:sp>
      <p:sp>
        <p:nvSpPr>
          <p:cNvPr id="4" name="Slide Number Placeholder 3">
            <a:extLst>
              <a:ext uri="{FF2B5EF4-FFF2-40B4-BE49-F238E27FC236}">
                <a16:creationId xmlns:a16="http://schemas.microsoft.com/office/drawing/2014/main" xmlns="" id="{18889A26-0DA3-DCBD-2293-E98AABE5ECB6}"/>
              </a:ext>
            </a:extLst>
          </p:cNvPr>
          <p:cNvSpPr>
            <a:spLocks noGrp="1"/>
          </p:cNvSpPr>
          <p:nvPr>
            <p:ph type="sldNum" sz="quarter" idx="12"/>
          </p:nvPr>
        </p:nvSpPr>
        <p:spPr/>
        <p:txBody>
          <a:bodyPr/>
          <a:lstStyle/>
          <a:p>
            <a:fld id="{642F018D-6242-4F8A-B408-2B825615E750}" type="slidenum">
              <a:rPr lang="en-US" smtClean="0"/>
              <a:t>19</a:t>
            </a:fld>
            <a:endParaRPr lang="en-US"/>
          </a:p>
        </p:txBody>
      </p:sp>
      <p:pic>
        <p:nvPicPr>
          <p:cNvPr id="6" name="Picture 5">
            <a:extLst>
              <a:ext uri="{FF2B5EF4-FFF2-40B4-BE49-F238E27FC236}">
                <a16:creationId xmlns:a16="http://schemas.microsoft.com/office/drawing/2014/main" xmlns="" id="{9BBA754E-6959-4CB4-9AC0-5B6FF8D71358}"/>
              </a:ext>
            </a:extLst>
          </p:cNvPr>
          <p:cNvPicPr>
            <a:picLocks noChangeAspect="1"/>
          </p:cNvPicPr>
          <p:nvPr/>
        </p:nvPicPr>
        <p:blipFill>
          <a:blip r:embed="rId3"/>
          <a:stretch>
            <a:fillRect/>
          </a:stretch>
        </p:blipFill>
        <p:spPr>
          <a:xfrm>
            <a:off x="215674" y="1853248"/>
            <a:ext cx="2954130" cy="2041154"/>
          </a:xfrm>
          <a:prstGeom prst="rect">
            <a:avLst/>
          </a:prstGeom>
        </p:spPr>
      </p:pic>
      <p:pic>
        <p:nvPicPr>
          <p:cNvPr id="7" name="Picture 6">
            <a:extLst>
              <a:ext uri="{FF2B5EF4-FFF2-40B4-BE49-F238E27FC236}">
                <a16:creationId xmlns:a16="http://schemas.microsoft.com/office/drawing/2014/main" xmlns="" id="{6336F6A4-711B-43E2-BB2B-2E9182FC3392}"/>
              </a:ext>
            </a:extLst>
          </p:cNvPr>
          <p:cNvPicPr>
            <a:picLocks noChangeAspect="1"/>
          </p:cNvPicPr>
          <p:nvPr/>
        </p:nvPicPr>
        <p:blipFill>
          <a:blip r:embed="rId4"/>
          <a:stretch>
            <a:fillRect/>
          </a:stretch>
        </p:blipFill>
        <p:spPr>
          <a:xfrm>
            <a:off x="215673" y="4022876"/>
            <a:ext cx="2954130" cy="2067193"/>
          </a:xfrm>
          <a:prstGeom prst="rect">
            <a:avLst/>
          </a:prstGeom>
        </p:spPr>
      </p:pic>
      <p:sp>
        <p:nvSpPr>
          <p:cNvPr id="8" name="TextBox 7">
            <a:extLst>
              <a:ext uri="{FF2B5EF4-FFF2-40B4-BE49-F238E27FC236}">
                <a16:creationId xmlns:a16="http://schemas.microsoft.com/office/drawing/2014/main" xmlns="" id="{E9FB65F0-5B3D-4DF4-ABC1-A26D5D87425A}"/>
              </a:ext>
            </a:extLst>
          </p:cNvPr>
          <p:cNvSpPr txBox="1"/>
          <p:nvPr/>
        </p:nvSpPr>
        <p:spPr>
          <a:xfrm>
            <a:off x="541177" y="6307489"/>
            <a:ext cx="2210862" cy="369332"/>
          </a:xfrm>
          <a:prstGeom prst="rect">
            <a:avLst/>
          </a:prstGeom>
          <a:noFill/>
        </p:spPr>
        <p:txBody>
          <a:bodyPr wrap="none" rtlCol="0">
            <a:spAutoFit/>
          </a:bodyPr>
          <a:lstStyle/>
          <a:p>
            <a:r>
              <a:rPr lang="en-US" b="1" dirty="0"/>
              <a:t>Surface Modelling</a:t>
            </a:r>
            <a:endParaRPr lang="en-IN" b="1" dirty="0"/>
          </a:p>
        </p:txBody>
      </p:sp>
      <p:pic>
        <p:nvPicPr>
          <p:cNvPr id="9" name="Picture 8">
            <a:extLst>
              <a:ext uri="{FF2B5EF4-FFF2-40B4-BE49-F238E27FC236}">
                <a16:creationId xmlns:a16="http://schemas.microsoft.com/office/drawing/2014/main" xmlns="" id="{D7F11EDE-1F3B-44A0-BB2E-61D983D62C46}"/>
              </a:ext>
            </a:extLst>
          </p:cNvPr>
          <p:cNvPicPr>
            <a:picLocks noChangeAspect="1"/>
          </p:cNvPicPr>
          <p:nvPr/>
        </p:nvPicPr>
        <p:blipFill>
          <a:blip r:embed="rId5"/>
          <a:stretch>
            <a:fillRect/>
          </a:stretch>
        </p:blipFill>
        <p:spPr>
          <a:xfrm>
            <a:off x="8145624" y="2702877"/>
            <a:ext cx="3631686" cy="3134011"/>
          </a:xfrm>
          <a:prstGeom prst="rect">
            <a:avLst/>
          </a:prstGeom>
        </p:spPr>
      </p:pic>
      <p:sp>
        <p:nvSpPr>
          <p:cNvPr id="10" name="TextBox 9">
            <a:extLst>
              <a:ext uri="{FF2B5EF4-FFF2-40B4-BE49-F238E27FC236}">
                <a16:creationId xmlns:a16="http://schemas.microsoft.com/office/drawing/2014/main" xmlns="" id="{00DD8F8C-5EAE-42BA-BA9F-FD5561572B20}"/>
              </a:ext>
            </a:extLst>
          </p:cNvPr>
          <p:cNvSpPr txBox="1"/>
          <p:nvPr/>
        </p:nvSpPr>
        <p:spPr>
          <a:xfrm>
            <a:off x="9025803" y="5890726"/>
            <a:ext cx="1895071" cy="369332"/>
          </a:xfrm>
          <a:prstGeom prst="rect">
            <a:avLst/>
          </a:prstGeom>
          <a:noFill/>
        </p:spPr>
        <p:txBody>
          <a:bodyPr wrap="none" rtlCol="0">
            <a:spAutoFit/>
          </a:bodyPr>
          <a:lstStyle/>
          <a:p>
            <a:r>
              <a:rPr lang="en-US" b="1" dirty="0"/>
              <a:t>Solid Modelling</a:t>
            </a:r>
            <a:endParaRPr lang="en-IN" b="1" dirty="0"/>
          </a:p>
        </p:txBody>
      </p:sp>
    </p:spTree>
    <p:extLst>
      <p:ext uri="{BB962C8B-B14F-4D97-AF65-F5344CB8AC3E}">
        <p14:creationId xmlns:p14="http://schemas.microsoft.com/office/powerpoint/2010/main" val="253937257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DF60EE6-9165-95A1-0BF6-AEA25218E3B7}"/>
              </a:ext>
            </a:extLst>
          </p:cNvPr>
          <p:cNvSpPr>
            <a:spLocks noGrp="1"/>
          </p:cNvSpPr>
          <p:nvPr>
            <p:ph type="title"/>
          </p:nvPr>
        </p:nvSpPr>
        <p:spPr>
          <a:xfrm>
            <a:off x="646111" y="157758"/>
            <a:ext cx="9404723" cy="1400530"/>
          </a:xfrm>
        </p:spPr>
        <p:txBody>
          <a:bodyPr>
            <a:normAutofit/>
          </a:bodyPr>
          <a:lstStyle/>
          <a:p>
            <a:r>
              <a:rPr lang="en-US" sz="4000" dirty="0"/>
              <a:t>Fundamentals of Rapid Prototyping</a:t>
            </a:r>
          </a:p>
        </p:txBody>
      </p:sp>
      <p:graphicFrame>
        <p:nvGraphicFramePr>
          <p:cNvPr id="6" name="Content Placeholder 5">
            <a:extLst>
              <a:ext uri="{FF2B5EF4-FFF2-40B4-BE49-F238E27FC236}">
                <a16:creationId xmlns:a16="http://schemas.microsoft.com/office/drawing/2014/main" xmlns="" id="{4163BE93-375E-7778-B373-A33F723AA0AB}"/>
              </a:ext>
            </a:extLst>
          </p:cNvPr>
          <p:cNvGraphicFramePr>
            <a:graphicFrameLocks noGrp="1"/>
          </p:cNvGraphicFramePr>
          <p:nvPr>
            <p:ph sz="half" idx="1"/>
            <p:extLst>
              <p:ext uri="{D42A27DB-BD31-4B8C-83A1-F6EECF244321}">
                <p14:modId xmlns:p14="http://schemas.microsoft.com/office/powerpoint/2010/main" val="2079490010"/>
              </p:ext>
            </p:extLst>
          </p:nvPr>
        </p:nvGraphicFramePr>
        <p:xfrm>
          <a:off x="241301" y="1560011"/>
          <a:ext cx="4574805" cy="44880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Content Placeholder 7">
            <a:extLst>
              <a:ext uri="{FF2B5EF4-FFF2-40B4-BE49-F238E27FC236}">
                <a16:creationId xmlns:a16="http://schemas.microsoft.com/office/drawing/2014/main" xmlns="" id="{00298D52-332C-52C1-08F1-677E1356AE11}"/>
              </a:ext>
            </a:extLst>
          </p:cNvPr>
          <p:cNvPicPr>
            <a:picLocks noGrp="1" noChangeAspect="1"/>
          </p:cNvPicPr>
          <p:nvPr>
            <p:ph sz="half" idx="2"/>
          </p:nvPr>
        </p:nvPicPr>
        <p:blipFill>
          <a:blip r:embed="rId7"/>
          <a:stretch>
            <a:fillRect/>
          </a:stretch>
        </p:blipFill>
        <p:spPr>
          <a:xfrm>
            <a:off x="5189541" y="1860113"/>
            <a:ext cx="5539529" cy="4384677"/>
          </a:xfrm>
        </p:spPr>
      </p:pic>
      <p:sp>
        <p:nvSpPr>
          <p:cNvPr id="3" name="Footer Placeholder 2">
            <a:extLst>
              <a:ext uri="{FF2B5EF4-FFF2-40B4-BE49-F238E27FC236}">
                <a16:creationId xmlns:a16="http://schemas.microsoft.com/office/drawing/2014/main" xmlns="" id="{98E4FBB0-328A-C425-65EB-3045618CBB84}"/>
              </a:ext>
            </a:extLst>
          </p:cNvPr>
          <p:cNvSpPr>
            <a:spLocks noGrp="1"/>
          </p:cNvSpPr>
          <p:nvPr>
            <p:ph type="ftr" sz="quarter" idx="11"/>
          </p:nvPr>
        </p:nvSpPr>
        <p:spPr>
          <a:xfrm rot="5400000">
            <a:off x="8951573" y="3535005"/>
            <a:ext cx="3859795" cy="304801"/>
          </a:xfrm>
        </p:spPr>
        <p:txBody>
          <a:bodyPr/>
          <a:lstStyle/>
          <a:p>
            <a:r>
              <a:rPr lang="en-US"/>
              <a:t>MEC135_Unit 5</a:t>
            </a:r>
          </a:p>
        </p:txBody>
      </p:sp>
      <p:sp>
        <p:nvSpPr>
          <p:cNvPr id="4" name="Slide Number Placeholder 3">
            <a:extLst>
              <a:ext uri="{FF2B5EF4-FFF2-40B4-BE49-F238E27FC236}">
                <a16:creationId xmlns:a16="http://schemas.microsoft.com/office/drawing/2014/main" xmlns="" id="{0FC94CB6-22FC-AEFF-4B8B-CE3000D421DE}"/>
              </a:ext>
            </a:extLst>
          </p:cNvPr>
          <p:cNvSpPr>
            <a:spLocks noGrp="1"/>
          </p:cNvSpPr>
          <p:nvPr>
            <p:ph type="sldNum" sz="quarter" idx="12"/>
          </p:nvPr>
        </p:nvSpPr>
        <p:spPr/>
        <p:txBody>
          <a:bodyPr/>
          <a:lstStyle/>
          <a:p>
            <a:fld id="{642F018D-6242-4F8A-B408-2B825615E750}" type="slidenum">
              <a:rPr lang="en-US" smtClean="0"/>
              <a:t>20</a:t>
            </a:fld>
            <a:endParaRPr lang="en-US"/>
          </a:p>
        </p:txBody>
      </p:sp>
      <p:pic>
        <p:nvPicPr>
          <p:cNvPr id="5" name="Picture 4">
            <a:extLst>
              <a:ext uri="{FF2B5EF4-FFF2-40B4-BE49-F238E27FC236}">
                <a16:creationId xmlns:a16="http://schemas.microsoft.com/office/drawing/2014/main" xmlns="" id="{9FFA8107-066E-40D6-BF98-B1A5A5A3F887}"/>
              </a:ext>
            </a:extLst>
          </p:cNvPr>
          <p:cNvPicPr>
            <a:picLocks noChangeAspect="1"/>
          </p:cNvPicPr>
          <p:nvPr/>
        </p:nvPicPr>
        <p:blipFill>
          <a:blip r:embed="rId8"/>
          <a:stretch>
            <a:fillRect/>
          </a:stretch>
        </p:blipFill>
        <p:spPr>
          <a:xfrm>
            <a:off x="1295400" y="6221442"/>
            <a:ext cx="2724150" cy="360815"/>
          </a:xfrm>
          <a:prstGeom prst="rect">
            <a:avLst/>
          </a:prstGeom>
        </p:spPr>
      </p:pic>
      <p:pic>
        <p:nvPicPr>
          <p:cNvPr id="7" name="Picture 6">
            <a:extLst>
              <a:ext uri="{FF2B5EF4-FFF2-40B4-BE49-F238E27FC236}">
                <a16:creationId xmlns:a16="http://schemas.microsoft.com/office/drawing/2014/main" xmlns="" id="{25A54212-B4D3-4ECD-9091-AACC256912AB}"/>
              </a:ext>
            </a:extLst>
          </p:cNvPr>
          <p:cNvPicPr>
            <a:picLocks noChangeAspect="1"/>
          </p:cNvPicPr>
          <p:nvPr/>
        </p:nvPicPr>
        <p:blipFill>
          <a:blip r:embed="rId9"/>
          <a:stretch>
            <a:fillRect/>
          </a:stretch>
        </p:blipFill>
        <p:spPr>
          <a:xfrm>
            <a:off x="6553201" y="6315775"/>
            <a:ext cx="4021268" cy="422524"/>
          </a:xfrm>
          <a:prstGeom prst="rect">
            <a:avLst/>
          </a:prstGeom>
        </p:spPr>
      </p:pic>
      <p:sp>
        <p:nvSpPr>
          <p:cNvPr id="9" name="Rectangle 8"/>
          <p:cNvSpPr/>
          <p:nvPr/>
        </p:nvSpPr>
        <p:spPr>
          <a:xfrm>
            <a:off x="781665" y="932055"/>
            <a:ext cx="9512709" cy="369332"/>
          </a:xfrm>
          <a:prstGeom prst="rect">
            <a:avLst/>
          </a:prstGeom>
        </p:spPr>
        <p:txBody>
          <a:bodyPr wrap="square">
            <a:spAutoFit/>
          </a:bodyPr>
          <a:lstStyle/>
          <a:p>
            <a:r>
              <a:rPr lang="en-US" dirty="0"/>
              <a:t>Fundamentally, the development of RP can be seen in four </a:t>
            </a:r>
            <a:r>
              <a:rPr lang="en-US" dirty="0" smtClean="0"/>
              <a:t>primary areas</a:t>
            </a:r>
            <a:r>
              <a:rPr lang="en-US" dirty="0"/>
              <a:t>.</a:t>
            </a:r>
            <a:endParaRPr lang="en-IN" dirty="0"/>
          </a:p>
        </p:txBody>
      </p:sp>
      <p:pic>
        <p:nvPicPr>
          <p:cNvPr id="2050" name="Picture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42999" y="6587584"/>
            <a:ext cx="3368777" cy="307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6119819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DF60EE6-9165-95A1-0BF6-AEA25218E3B7}"/>
              </a:ext>
            </a:extLst>
          </p:cNvPr>
          <p:cNvSpPr>
            <a:spLocks noGrp="1"/>
          </p:cNvSpPr>
          <p:nvPr>
            <p:ph type="title"/>
          </p:nvPr>
        </p:nvSpPr>
        <p:spPr/>
        <p:txBody>
          <a:bodyPr>
            <a:normAutofit/>
          </a:bodyPr>
          <a:lstStyle/>
          <a:p>
            <a:r>
              <a:rPr lang="en-US" sz="4000" dirty="0"/>
              <a:t>Fundamentals of Rapid Prototyping</a:t>
            </a:r>
          </a:p>
        </p:txBody>
      </p:sp>
      <p:graphicFrame>
        <p:nvGraphicFramePr>
          <p:cNvPr id="6" name="Content Placeholder 5">
            <a:extLst>
              <a:ext uri="{FF2B5EF4-FFF2-40B4-BE49-F238E27FC236}">
                <a16:creationId xmlns:a16="http://schemas.microsoft.com/office/drawing/2014/main" xmlns="" id="{4163BE93-375E-7778-B373-A33F723AA0AB}"/>
              </a:ext>
            </a:extLst>
          </p:cNvPr>
          <p:cNvGraphicFramePr>
            <a:graphicFrameLocks noGrp="1"/>
          </p:cNvGraphicFramePr>
          <p:nvPr>
            <p:ph sz="half" idx="1"/>
          </p:nvPr>
        </p:nvGraphicFramePr>
        <p:xfrm>
          <a:off x="241301" y="1250303"/>
          <a:ext cx="4574805" cy="44880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Footer Placeholder 2">
            <a:extLst>
              <a:ext uri="{FF2B5EF4-FFF2-40B4-BE49-F238E27FC236}">
                <a16:creationId xmlns:a16="http://schemas.microsoft.com/office/drawing/2014/main" xmlns="" id="{98E4FBB0-328A-C425-65EB-3045618CBB84}"/>
              </a:ext>
            </a:extLst>
          </p:cNvPr>
          <p:cNvSpPr>
            <a:spLocks noGrp="1"/>
          </p:cNvSpPr>
          <p:nvPr>
            <p:ph type="ftr" sz="quarter" idx="11"/>
          </p:nvPr>
        </p:nvSpPr>
        <p:spPr/>
        <p:txBody>
          <a:bodyPr/>
          <a:lstStyle/>
          <a:p>
            <a:r>
              <a:rPr lang="en-US"/>
              <a:t>MEC135_Unit 5</a:t>
            </a:r>
          </a:p>
        </p:txBody>
      </p:sp>
      <p:sp>
        <p:nvSpPr>
          <p:cNvPr id="4" name="Slide Number Placeholder 3">
            <a:extLst>
              <a:ext uri="{FF2B5EF4-FFF2-40B4-BE49-F238E27FC236}">
                <a16:creationId xmlns:a16="http://schemas.microsoft.com/office/drawing/2014/main" xmlns="" id="{0FC94CB6-22FC-AEFF-4B8B-CE3000D421DE}"/>
              </a:ext>
            </a:extLst>
          </p:cNvPr>
          <p:cNvSpPr>
            <a:spLocks noGrp="1"/>
          </p:cNvSpPr>
          <p:nvPr>
            <p:ph type="sldNum" sz="quarter" idx="12"/>
          </p:nvPr>
        </p:nvSpPr>
        <p:spPr/>
        <p:txBody>
          <a:bodyPr/>
          <a:lstStyle/>
          <a:p>
            <a:fld id="{642F018D-6242-4F8A-B408-2B825615E750}" type="slidenum">
              <a:rPr lang="en-US" smtClean="0"/>
              <a:t>21</a:t>
            </a:fld>
            <a:endParaRPr lang="en-US"/>
          </a:p>
        </p:txBody>
      </p:sp>
      <p:pic>
        <p:nvPicPr>
          <p:cNvPr id="11" name="Picture 10">
            <a:extLst>
              <a:ext uri="{FF2B5EF4-FFF2-40B4-BE49-F238E27FC236}">
                <a16:creationId xmlns:a16="http://schemas.microsoft.com/office/drawing/2014/main" xmlns="" id="{CC56FF62-1E8E-41FF-8E16-A55F8AF83FC7}"/>
              </a:ext>
            </a:extLst>
          </p:cNvPr>
          <p:cNvPicPr>
            <a:picLocks noChangeAspect="1"/>
          </p:cNvPicPr>
          <p:nvPr/>
        </p:nvPicPr>
        <p:blipFill>
          <a:blip r:embed="rId7"/>
          <a:stretch>
            <a:fillRect/>
          </a:stretch>
        </p:blipFill>
        <p:spPr>
          <a:xfrm>
            <a:off x="5030561" y="2566916"/>
            <a:ext cx="6319908" cy="2457742"/>
          </a:xfrm>
          <a:prstGeom prst="rect">
            <a:avLst/>
          </a:prstGeom>
        </p:spPr>
      </p:pic>
    </p:spTree>
    <p:extLst>
      <p:ext uri="{BB962C8B-B14F-4D97-AF65-F5344CB8AC3E}">
        <p14:creationId xmlns:p14="http://schemas.microsoft.com/office/powerpoint/2010/main" val="319528017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A8FC42B1-3A05-AA92-411B-8818E5D94151}"/>
              </a:ext>
            </a:extLst>
          </p:cNvPr>
          <p:cNvSpPr>
            <a:spLocks noGrp="1"/>
          </p:cNvSpPr>
          <p:nvPr>
            <p:ph type="title"/>
          </p:nvPr>
        </p:nvSpPr>
        <p:spPr/>
        <p:txBody>
          <a:bodyPr>
            <a:normAutofit/>
          </a:bodyPr>
          <a:lstStyle/>
          <a:p>
            <a:r>
              <a:rPr lang="en-US" sz="4000" dirty="0"/>
              <a:t>Advantages of Rapid Prototyping</a:t>
            </a:r>
          </a:p>
        </p:txBody>
      </p:sp>
      <p:graphicFrame>
        <p:nvGraphicFramePr>
          <p:cNvPr id="7" name="Content Placeholder 6">
            <a:extLst>
              <a:ext uri="{FF2B5EF4-FFF2-40B4-BE49-F238E27FC236}">
                <a16:creationId xmlns:a16="http://schemas.microsoft.com/office/drawing/2014/main" xmlns="" id="{5C4E99FC-0DE6-8BB7-09FA-3D85742117E4}"/>
              </a:ext>
            </a:extLst>
          </p:cNvPr>
          <p:cNvGraphicFramePr>
            <a:graphicFrameLocks noGrp="1"/>
          </p:cNvGraphicFramePr>
          <p:nvPr>
            <p:ph idx="1"/>
            <p:extLst>
              <p:ext uri="{D42A27DB-BD31-4B8C-83A1-F6EECF244321}">
                <p14:modId xmlns:p14="http://schemas.microsoft.com/office/powerpoint/2010/main" val="1252879224"/>
              </p:ext>
            </p:extLst>
          </p:nvPr>
        </p:nvGraphicFramePr>
        <p:xfrm>
          <a:off x="1103313" y="2052638"/>
          <a:ext cx="8947150" cy="41957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Footer Placeholder 1">
            <a:extLst>
              <a:ext uri="{FF2B5EF4-FFF2-40B4-BE49-F238E27FC236}">
                <a16:creationId xmlns:a16="http://schemas.microsoft.com/office/drawing/2014/main" xmlns="" id="{7A5E76F4-AB07-FF72-076B-403D69DE2120}"/>
              </a:ext>
            </a:extLst>
          </p:cNvPr>
          <p:cNvSpPr>
            <a:spLocks noGrp="1"/>
          </p:cNvSpPr>
          <p:nvPr>
            <p:ph type="ftr" sz="quarter" idx="11"/>
          </p:nvPr>
        </p:nvSpPr>
        <p:spPr/>
        <p:txBody>
          <a:bodyPr/>
          <a:lstStyle/>
          <a:p>
            <a:r>
              <a:rPr lang="en-US"/>
              <a:t>MEC135_Unit 5</a:t>
            </a:r>
          </a:p>
        </p:txBody>
      </p:sp>
      <p:sp>
        <p:nvSpPr>
          <p:cNvPr id="3" name="Slide Number Placeholder 2">
            <a:extLst>
              <a:ext uri="{FF2B5EF4-FFF2-40B4-BE49-F238E27FC236}">
                <a16:creationId xmlns:a16="http://schemas.microsoft.com/office/drawing/2014/main" xmlns="" id="{C8D4E64C-71AE-B3A3-EB7A-5C80C34FBA21}"/>
              </a:ext>
            </a:extLst>
          </p:cNvPr>
          <p:cNvSpPr>
            <a:spLocks noGrp="1"/>
          </p:cNvSpPr>
          <p:nvPr>
            <p:ph type="sldNum" sz="quarter" idx="12"/>
          </p:nvPr>
        </p:nvSpPr>
        <p:spPr/>
        <p:txBody>
          <a:bodyPr/>
          <a:lstStyle/>
          <a:p>
            <a:fld id="{642F018D-6242-4F8A-B408-2B825615E750}" type="slidenum">
              <a:rPr lang="en-US" smtClean="0"/>
              <a:t>22</a:t>
            </a:fld>
            <a:endParaRPr lang="en-US"/>
          </a:p>
        </p:txBody>
      </p:sp>
    </p:spTree>
    <p:extLst>
      <p:ext uri="{BB962C8B-B14F-4D97-AF65-F5344CB8AC3E}">
        <p14:creationId xmlns:p14="http://schemas.microsoft.com/office/powerpoint/2010/main" val="332209664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A8FC42B1-3A05-AA92-411B-8818E5D94151}"/>
              </a:ext>
            </a:extLst>
          </p:cNvPr>
          <p:cNvSpPr>
            <a:spLocks noGrp="1"/>
          </p:cNvSpPr>
          <p:nvPr>
            <p:ph type="title"/>
          </p:nvPr>
        </p:nvSpPr>
        <p:spPr/>
        <p:txBody>
          <a:bodyPr>
            <a:normAutofit/>
          </a:bodyPr>
          <a:lstStyle/>
          <a:p>
            <a:r>
              <a:rPr lang="en-US" sz="4000" dirty="0"/>
              <a:t>Advantages of Rapid Prototyping</a:t>
            </a:r>
          </a:p>
        </p:txBody>
      </p:sp>
      <p:sp>
        <p:nvSpPr>
          <p:cNvPr id="2" name="Footer Placeholder 1">
            <a:extLst>
              <a:ext uri="{FF2B5EF4-FFF2-40B4-BE49-F238E27FC236}">
                <a16:creationId xmlns:a16="http://schemas.microsoft.com/office/drawing/2014/main" xmlns="" id="{7A5E76F4-AB07-FF72-076B-403D69DE2120}"/>
              </a:ext>
            </a:extLst>
          </p:cNvPr>
          <p:cNvSpPr>
            <a:spLocks noGrp="1"/>
          </p:cNvSpPr>
          <p:nvPr>
            <p:ph type="ftr" sz="quarter" idx="11"/>
          </p:nvPr>
        </p:nvSpPr>
        <p:spPr/>
        <p:txBody>
          <a:bodyPr/>
          <a:lstStyle/>
          <a:p>
            <a:r>
              <a:rPr lang="en-US"/>
              <a:t>MEC135_Unit 5</a:t>
            </a:r>
          </a:p>
        </p:txBody>
      </p:sp>
      <p:sp>
        <p:nvSpPr>
          <p:cNvPr id="3" name="Slide Number Placeholder 2">
            <a:extLst>
              <a:ext uri="{FF2B5EF4-FFF2-40B4-BE49-F238E27FC236}">
                <a16:creationId xmlns:a16="http://schemas.microsoft.com/office/drawing/2014/main" xmlns="" id="{C8D4E64C-71AE-B3A3-EB7A-5C80C34FBA21}"/>
              </a:ext>
            </a:extLst>
          </p:cNvPr>
          <p:cNvSpPr>
            <a:spLocks noGrp="1"/>
          </p:cNvSpPr>
          <p:nvPr>
            <p:ph type="sldNum" sz="quarter" idx="12"/>
          </p:nvPr>
        </p:nvSpPr>
        <p:spPr/>
        <p:txBody>
          <a:bodyPr/>
          <a:lstStyle/>
          <a:p>
            <a:fld id="{642F018D-6242-4F8A-B408-2B825615E750}" type="slidenum">
              <a:rPr lang="en-US" smtClean="0"/>
              <a:t>23</a:t>
            </a:fld>
            <a:endParaRPr lang="en-US"/>
          </a:p>
        </p:txBody>
      </p:sp>
      <p:pic>
        <p:nvPicPr>
          <p:cNvPr id="8" name="Picture 7">
            <a:extLst>
              <a:ext uri="{FF2B5EF4-FFF2-40B4-BE49-F238E27FC236}">
                <a16:creationId xmlns:a16="http://schemas.microsoft.com/office/drawing/2014/main" xmlns="" id="{10ADA447-A867-4E05-BDDC-8798195BC3DC}"/>
              </a:ext>
            </a:extLst>
          </p:cNvPr>
          <p:cNvPicPr>
            <a:picLocks noChangeAspect="1"/>
          </p:cNvPicPr>
          <p:nvPr/>
        </p:nvPicPr>
        <p:blipFill>
          <a:blip r:embed="rId2"/>
          <a:stretch>
            <a:fillRect/>
          </a:stretch>
        </p:blipFill>
        <p:spPr>
          <a:xfrm>
            <a:off x="1462929" y="1540780"/>
            <a:ext cx="7967211" cy="4725234"/>
          </a:xfrm>
          <a:prstGeom prst="rect">
            <a:avLst/>
          </a:prstGeom>
        </p:spPr>
      </p:pic>
    </p:spTree>
    <p:extLst>
      <p:ext uri="{BB962C8B-B14F-4D97-AF65-F5344CB8AC3E}">
        <p14:creationId xmlns:p14="http://schemas.microsoft.com/office/powerpoint/2010/main" val="345500517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dirty="0"/>
              <a:t>FUNDAMENTAL AUTOMATED PROCESSES</a:t>
            </a:r>
          </a:p>
        </p:txBody>
      </p:sp>
      <p:sp>
        <p:nvSpPr>
          <p:cNvPr id="3" name="Content Placeholder 2"/>
          <p:cNvSpPr>
            <a:spLocks noGrp="1"/>
          </p:cNvSpPr>
          <p:nvPr>
            <p:ph idx="1"/>
          </p:nvPr>
        </p:nvSpPr>
        <p:spPr/>
        <p:txBody>
          <a:bodyPr/>
          <a:lstStyle/>
          <a:p>
            <a:endParaRPr lang="en-IN" dirty="0"/>
          </a:p>
        </p:txBody>
      </p:sp>
      <p:sp>
        <p:nvSpPr>
          <p:cNvPr id="4" name="Footer Placeholder 3"/>
          <p:cNvSpPr>
            <a:spLocks noGrp="1"/>
          </p:cNvSpPr>
          <p:nvPr>
            <p:ph type="ftr" sz="quarter" idx="11"/>
          </p:nvPr>
        </p:nvSpPr>
        <p:spPr/>
        <p:txBody>
          <a:bodyPr/>
          <a:lstStyle/>
          <a:p>
            <a:r>
              <a:rPr lang="en-US" smtClean="0"/>
              <a:t>MEC135_Unit 5</a:t>
            </a:r>
            <a:endParaRPr lang="en-US"/>
          </a:p>
        </p:txBody>
      </p:sp>
      <p:sp>
        <p:nvSpPr>
          <p:cNvPr id="5" name="Slide Number Placeholder 4"/>
          <p:cNvSpPr>
            <a:spLocks noGrp="1"/>
          </p:cNvSpPr>
          <p:nvPr>
            <p:ph type="sldNum" sz="quarter" idx="12"/>
          </p:nvPr>
        </p:nvSpPr>
        <p:spPr/>
        <p:txBody>
          <a:bodyPr/>
          <a:lstStyle/>
          <a:p>
            <a:fld id="{642F018D-6242-4F8A-B408-2B825615E750}" type="slidenum">
              <a:rPr lang="en-US" smtClean="0"/>
              <a:t>24</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0349" y="1934403"/>
            <a:ext cx="6237840" cy="2915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4520391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dirty="0"/>
              <a:t>RAPID PROTOTYPING PROCESS CHAIN</a:t>
            </a:r>
          </a:p>
        </p:txBody>
      </p:sp>
      <p:sp>
        <p:nvSpPr>
          <p:cNvPr id="3" name="Content Placeholder 2"/>
          <p:cNvSpPr>
            <a:spLocks noGrp="1"/>
          </p:cNvSpPr>
          <p:nvPr>
            <p:ph idx="1"/>
          </p:nvPr>
        </p:nvSpPr>
        <p:spPr/>
        <p:txBody>
          <a:bodyPr/>
          <a:lstStyle/>
          <a:p>
            <a:endParaRPr lang="en-IN"/>
          </a:p>
        </p:txBody>
      </p:sp>
      <p:sp>
        <p:nvSpPr>
          <p:cNvPr id="4" name="Footer Placeholder 3"/>
          <p:cNvSpPr>
            <a:spLocks noGrp="1"/>
          </p:cNvSpPr>
          <p:nvPr>
            <p:ph type="ftr" sz="quarter" idx="11"/>
          </p:nvPr>
        </p:nvSpPr>
        <p:spPr/>
        <p:txBody>
          <a:bodyPr/>
          <a:lstStyle/>
          <a:p>
            <a:r>
              <a:rPr lang="en-US" smtClean="0"/>
              <a:t>MEC135_Unit 5</a:t>
            </a:r>
            <a:endParaRPr lang="en-US"/>
          </a:p>
        </p:txBody>
      </p:sp>
      <p:sp>
        <p:nvSpPr>
          <p:cNvPr id="5" name="Slide Number Placeholder 4"/>
          <p:cNvSpPr>
            <a:spLocks noGrp="1"/>
          </p:cNvSpPr>
          <p:nvPr>
            <p:ph type="sldNum" sz="quarter" idx="12"/>
          </p:nvPr>
        </p:nvSpPr>
        <p:spPr/>
        <p:txBody>
          <a:bodyPr/>
          <a:lstStyle/>
          <a:p>
            <a:fld id="{642F018D-6242-4F8A-B408-2B825615E750}" type="slidenum">
              <a:rPr lang="en-US" smtClean="0"/>
              <a:t>25</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7669" y="1920322"/>
            <a:ext cx="5833235" cy="3958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1311249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CLASSIFICATION OF RAPID PROTOTYPING</a:t>
            </a:r>
            <a:br>
              <a:rPr lang="en-US" sz="3600" dirty="0"/>
            </a:br>
            <a:r>
              <a:rPr lang="en-US" sz="3600" dirty="0"/>
              <a:t>SYSTEMS</a:t>
            </a:r>
            <a:endParaRPr lang="en-IN" sz="3600" dirty="0"/>
          </a:p>
        </p:txBody>
      </p:sp>
      <p:sp>
        <p:nvSpPr>
          <p:cNvPr id="3" name="Content Placeholder 2"/>
          <p:cNvSpPr>
            <a:spLocks noGrp="1"/>
          </p:cNvSpPr>
          <p:nvPr>
            <p:ph idx="1"/>
          </p:nvPr>
        </p:nvSpPr>
        <p:spPr/>
        <p:txBody>
          <a:bodyPr/>
          <a:lstStyle/>
          <a:p>
            <a:pPr marL="0" indent="0">
              <a:buNone/>
            </a:pPr>
            <a:r>
              <a:rPr lang="en-US" dirty="0"/>
              <a:t>1. </a:t>
            </a:r>
            <a:r>
              <a:rPr lang="en-US" dirty="0" smtClean="0"/>
              <a:t>Liquid based</a:t>
            </a:r>
          </a:p>
          <a:p>
            <a:pPr marL="0" indent="0">
              <a:buNone/>
            </a:pPr>
            <a:r>
              <a:rPr lang="en-US" dirty="0"/>
              <a:t>	</a:t>
            </a:r>
            <a:r>
              <a:rPr lang="en-US" dirty="0" smtClean="0"/>
              <a:t>	</a:t>
            </a:r>
            <a:r>
              <a:rPr lang="en-US" dirty="0" err="1" smtClean="0"/>
              <a:t>Stereolithography</a:t>
            </a:r>
            <a:r>
              <a:rPr lang="en-US" dirty="0" smtClean="0"/>
              <a:t> </a:t>
            </a:r>
            <a:r>
              <a:rPr lang="en-US" dirty="0"/>
              <a:t>Apparatus (SLA</a:t>
            </a:r>
            <a:r>
              <a:rPr lang="en-US" dirty="0" smtClean="0"/>
              <a:t>)</a:t>
            </a:r>
          </a:p>
          <a:p>
            <a:pPr marL="0" indent="0">
              <a:buNone/>
            </a:pPr>
            <a:r>
              <a:rPr lang="en-US" dirty="0"/>
              <a:t>	</a:t>
            </a:r>
            <a:r>
              <a:rPr lang="en-US" dirty="0" smtClean="0"/>
              <a:t>	</a:t>
            </a:r>
            <a:r>
              <a:rPr lang="fr-FR" dirty="0" smtClean="0"/>
              <a:t>Solid </a:t>
            </a:r>
            <a:r>
              <a:rPr lang="fr-FR" dirty="0"/>
              <a:t>Object Ultraviolet-Laser Printer (SOUP)</a:t>
            </a:r>
          </a:p>
          <a:p>
            <a:pPr marL="0" indent="0">
              <a:buNone/>
            </a:pPr>
            <a:endParaRPr lang="en-US" dirty="0" smtClean="0"/>
          </a:p>
          <a:p>
            <a:pPr marL="0" indent="0">
              <a:buNone/>
            </a:pPr>
            <a:r>
              <a:rPr lang="en-US" dirty="0" smtClean="0"/>
              <a:t>2. Solid based</a:t>
            </a:r>
          </a:p>
          <a:p>
            <a:pPr marL="457200" lvl="1" indent="0">
              <a:buNone/>
            </a:pPr>
            <a:r>
              <a:rPr lang="en-US" dirty="0" smtClean="0"/>
              <a:t>	Laminated </a:t>
            </a:r>
            <a:r>
              <a:rPr lang="en-US" dirty="0"/>
              <a:t>Object Manufacturing (LOM)</a:t>
            </a:r>
          </a:p>
          <a:p>
            <a:pPr marL="457200" lvl="1" indent="0">
              <a:buNone/>
            </a:pPr>
            <a:r>
              <a:rPr lang="en-US" dirty="0" smtClean="0"/>
              <a:t>	Fused </a:t>
            </a:r>
            <a:r>
              <a:rPr lang="en-US" dirty="0"/>
              <a:t>Deposition Modeling (FDM)</a:t>
            </a:r>
          </a:p>
          <a:p>
            <a:pPr marL="457200" lvl="1" indent="0">
              <a:buNone/>
            </a:pPr>
            <a:endParaRPr lang="en-US" dirty="0" smtClean="0"/>
          </a:p>
          <a:p>
            <a:pPr marL="0" indent="0">
              <a:buNone/>
            </a:pPr>
            <a:r>
              <a:rPr lang="en-US" dirty="0" smtClean="0"/>
              <a:t>3. Powder base</a:t>
            </a:r>
          </a:p>
          <a:p>
            <a:pPr marL="0" indent="0">
              <a:buNone/>
            </a:pPr>
            <a:r>
              <a:rPr lang="en-US" dirty="0"/>
              <a:t>	</a:t>
            </a:r>
            <a:r>
              <a:rPr lang="en-US" dirty="0" smtClean="0"/>
              <a:t>	</a:t>
            </a:r>
            <a:r>
              <a:rPr lang="en-IN" dirty="0" smtClean="0"/>
              <a:t>Selective </a:t>
            </a:r>
            <a:r>
              <a:rPr lang="en-IN" dirty="0"/>
              <a:t>Laser Sintering (SLS)</a:t>
            </a:r>
          </a:p>
          <a:p>
            <a:pPr marL="914400" lvl="2" indent="0">
              <a:buNone/>
            </a:pPr>
            <a:endParaRPr lang="en-IN" dirty="0"/>
          </a:p>
        </p:txBody>
      </p:sp>
      <p:sp>
        <p:nvSpPr>
          <p:cNvPr id="4" name="Footer Placeholder 3"/>
          <p:cNvSpPr>
            <a:spLocks noGrp="1"/>
          </p:cNvSpPr>
          <p:nvPr>
            <p:ph type="ftr" sz="quarter" idx="11"/>
          </p:nvPr>
        </p:nvSpPr>
        <p:spPr/>
        <p:txBody>
          <a:bodyPr/>
          <a:lstStyle/>
          <a:p>
            <a:r>
              <a:rPr lang="en-US" smtClean="0"/>
              <a:t>MEC135_Unit 5</a:t>
            </a:r>
            <a:endParaRPr lang="en-US"/>
          </a:p>
        </p:txBody>
      </p:sp>
      <p:sp>
        <p:nvSpPr>
          <p:cNvPr id="5" name="Slide Number Placeholder 4"/>
          <p:cNvSpPr>
            <a:spLocks noGrp="1"/>
          </p:cNvSpPr>
          <p:nvPr>
            <p:ph type="sldNum" sz="quarter" idx="12"/>
          </p:nvPr>
        </p:nvSpPr>
        <p:spPr/>
        <p:txBody>
          <a:bodyPr/>
          <a:lstStyle/>
          <a:p>
            <a:fld id="{642F018D-6242-4F8A-B408-2B825615E750}" type="slidenum">
              <a:rPr lang="en-US" smtClean="0"/>
              <a:t>26</a:t>
            </a:fld>
            <a:endParaRPr lang="en-US"/>
          </a:p>
        </p:txBody>
      </p:sp>
    </p:spTree>
    <p:extLst>
      <p:ext uri="{BB962C8B-B14F-4D97-AF65-F5344CB8AC3E}">
        <p14:creationId xmlns:p14="http://schemas.microsoft.com/office/powerpoint/2010/main" val="388903772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532230"/>
            <a:ext cx="9404723" cy="1400530"/>
          </a:xfrm>
        </p:spPr>
        <p:txBody>
          <a:bodyPr/>
          <a:lstStyle/>
          <a:p>
            <a:r>
              <a:rPr lang="en-US" dirty="0" err="1"/>
              <a:t>Stereolithography</a:t>
            </a:r>
            <a:r>
              <a:rPr lang="en-US" dirty="0"/>
              <a:t> Apparatus (SLA</a:t>
            </a:r>
            <a:r>
              <a:rPr lang="en-US" dirty="0" smtClean="0"/>
              <a:t>)</a:t>
            </a:r>
            <a:endParaRPr lang="en-IN" dirty="0"/>
          </a:p>
        </p:txBody>
      </p:sp>
      <p:sp>
        <p:nvSpPr>
          <p:cNvPr id="3" name="Content Placeholder 2"/>
          <p:cNvSpPr>
            <a:spLocks noGrp="1"/>
          </p:cNvSpPr>
          <p:nvPr>
            <p:ph idx="1"/>
          </p:nvPr>
        </p:nvSpPr>
        <p:spPr>
          <a:xfrm>
            <a:off x="626240" y="1431234"/>
            <a:ext cx="9604445" cy="4883426"/>
          </a:xfrm>
        </p:spPr>
        <p:txBody>
          <a:bodyPr>
            <a:normAutofit/>
          </a:bodyPr>
          <a:lstStyle/>
          <a:p>
            <a:pPr algn="just"/>
            <a:r>
              <a:rPr lang="en-US" sz="2200" dirty="0"/>
              <a:t>Most liquid-based rapid prototyping systems build parts in a vat </a:t>
            </a:r>
            <a:r>
              <a:rPr lang="en-US" sz="2200" dirty="0" smtClean="0"/>
              <a:t>of photo-curable </a:t>
            </a:r>
            <a:r>
              <a:rPr lang="en-US" sz="2200" dirty="0"/>
              <a:t>liquid resin, an organic resin that cures or solidifies </a:t>
            </a:r>
            <a:r>
              <a:rPr lang="en-US" sz="2200" dirty="0" smtClean="0"/>
              <a:t>under the </a:t>
            </a:r>
            <a:r>
              <a:rPr lang="en-US" sz="2200" dirty="0"/>
              <a:t>effect of exposure to laser radiation, usually in the UV range. </a:t>
            </a:r>
            <a:endParaRPr lang="en-US" sz="2200" dirty="0" smtClean="0"/>
          </a:p>
          <a:p>
            <a:pPr algn="just"/>
            <a:r>
              <a:rPr lang="en-US" sz="2200" dirty="0" smtClean="0"/>
              <a:t>The laser </a:t>
            </a:r>
            <a:r>
              <a:rPr lang="en-US" sz="2200" dirty="0"/>
              <a:t>cures the resin near the surface, forming a hardened </a:t>
            </a:r>
            <a:r>
              <a:rPr lang="en-US" sz="2200" dirty="0" smtClean="0"/>
              <a:t>layer.</a:t>
            </a:r>
          </a:p>
        </p:txBody>
      </p:sp>
      <p:sp>
        <p:nvSpPr>
          <p:cNvPr id="4" name="Footer Placeholder 3"/>
          <p:cNvSpPr>
            <a:spLocks noGrp="1"/>
          </p:cNvSpPr>
          <p:nvPr>
            <p:ph type="ftr" sz="quarter" idx="11"/>
          </p:nvPr>
        </p:nvSpPr>
        <p:spPr/>
        <p:txBody>
          <a:bodyPr/>
          <a:lstStyle/>
          <a:p>
            <a:r>
              <a:rPr lang="en-US" smtClean="0">
                <a:latin typeface="+mj-lt"/>
              </a:rPr>
              <a:t>MEC135_Unit 5</a:t>
            </a:r>
            <a:endParaRPr lang="en-US">
              <a:latin typeface="+mj-lt"/>
            </a:endParaRPr>
          </a:p>
        </p:txBody>
      </p:sp>
      <p:sp>
        <p:nvSpPr>
          <p:cNvPr id="5" name="Slide Number Placeholder 4"/>
          <p:cNvSpPr>
            <a:spLocks noGrp="1"/>
          </p:cNvSpPr>
          <p:nvPr>
            <p:ph type="sldNum" sz="quarter" idx="12"/>
          </p:nvPr>
        </p:nvSpPr>
        <p:spPr/>
        <p:txBody>
          <a:bodyPr/>
          <a:lstStyle/>
          <a:p>
            <a:fld id="{642F018D-6242-4F8A-B408-2B825615E750}" type="slidenum">
              <a:rPr lang="en-US" smtClean="0">
                <a:latin typeface="+mj-lt"/>
              </a:rPr>
              <a:t>27</a:t>
            </a:fld>
            <a:endParaRPr lang="en-US">
              <a:latin typeface="+mj-lt"/>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43725" y="3778912"/>
            <a:ext cx="5248275" cy="303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583096" y="3846033"/>
            <a:ext cx="6096000" cy="2200602"/>
          </a:xfrm>
          <a:prstGeom prst="rect">
            <a:avLst/>
          </a:prstGeom>
        </p:spPr>
        <p:txBody>
          <a:bodyPr>
            <a:spAutoFit/>
          </a:bodyPr>
          <a:lstStyle/>
          <a:p>
            <a:pPr marL="342900" indent="-342900" algn="just">
              <a:spcBef>
                <a:spcPts val="600"/>
              </a:spcBef>
              <a:buFont typeface="Wingdings" pitchFamily="2" charset="2"/>
              <a:buChar char="Ø"/>
            </a:pPr>
            <a:r>
              <a:rPr lang="en-US" sz="2200" dirty="0">
                <a:latin typeface="+mj-lt"/>
              </a:rPr>
              <a:t>When a layer of the part is formed, it is lowered by an elevation control system to allow the next layer of resin to be similarly formed over it. </a:t>
            </a:r>
            <a:endParaRPr lang="en-US" sz="2200" dirty="0" smtClean="0">
              <a:latin typeface="+mj-lt"/>
            </a:endParaRPr>
          </a:p>
          <a:p>
            <a:pPr marL="342900" indent="-342900" algn="just">
              <a:spcBef>
                <a:spcPts val="600"/>
              </a:spcBef>
              <a:buFont typeface="Wingdings" pitchFamily="2" charset="2"/>
              <a:buChar char="Ø"/>
            </a:pPr>
            <a:r>
              <a:rPr lang="en-US" sz="2200" dirty="0" smtClean="0">
                <a:latin typeface="+mj-lt"/>
              </a:rPr>
              <a:t>This </a:t>
            </a:r>
            <a:r>
              <a:rPr lang="en-US" sz="2200" dirty="0">
                <a:latin typeface="+mj-lt"/>
              </a:rPr>
              <a:t>continues until the entire part is completed. </a:t>
            </a:r>
            <a:endParaRPr lang="en-IN" sz="2200" dirty="0">
              <a:latin typeface="+mj-lt"/>
            </a:endParaRPr>
          </a:p>
        </p:txBody>
      </p:sp>
      <p:sp>
        <p:nvSpPr>
          <p:cNvPr id="7" name="Rectangle 6"/>
          <p:cNvSpPr/>
          <p:nvPr/>
        </p:nvSpPr>
        <p:spPr>
          <a:xfrm>
            <a:off x="53697" y="6415797"/>
            <a:ext cx="6890028" cy="369332"/>
          </a:xfrm>
          <a:prstGeom prst="rect">
            <a:avLst/>
          </a:prstGeom>
        </p:spPr>
        <p:txBody>
          <a:bodyPr wrap="none">
            <a:spAutoFit/>
          </a:bodyPr>
          <a:lstStyle/>
          <a:p>
            <a:r>
              <a:rPr lang="en-IN" dirty="0" smtClean="0"/>
              <a:t>Video: https</a:t>
            </a:r>
            <a:r>
              <a:rPr lang="en-IN" dirty="0"/>
              <a:t>://www.youtube.com/watch?v=yW4EbCWaJHE</a:t>
            </a:r>
          </a:p>
        </p:txBody>
      </p:sp>
    </p:spTree>
    <p:extLst>
      <p:ext uri="{BB962C8B-B14F-4D97-AF65-F5344CB8AC3E}">
        <p14:creationId xmlns:p14="http://schemas.microsoft.com/office/powerpoint/2010/main" val="3068341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518978"/>
            <a:ext cx="9404723" cy="1400530"/>
          </a:xfrm>
        </p:spPr>
        <p:txBody>
          <a:bodyPr/>
          <a:lstStyle/>
          <a:p>
            <a:r>
              <a:rPr lang="en-IN" sz="3600" dirty="0" smtClean="0"/>
              <a:t>Laminated Object Manufacturing (LOM)</a:t>
            </a:r>
            <a:endParaRPr lang="en-IN" sz="3600" dirty="0"/>
          </a:p>
        </p:txBody>
      </p:sp>
      <p:sp>
        <p:nvSpPr>
          <p:cNvPr id="3" name="Content Placeholder 2"/>
          <p:cNvSpPr>
            <a:spLocks noGrp="1"/>
          </p:cNvSpPr>
          <p:nvPr>
            <p:ph idx="1"/>
          </p:nvPr>
        </p:nvSpPr>
        <p:spPr>
          <a:xfrm>
            <a:off x="1103312" y="1457740"/>
            <a:ext cx="9498427" cy="4790660"/>
          </a:xfrm>
        </p:spPr>
        <p:txBody>
          <a:bodyPr>
            <a:normAutofit/>
          </a:bodyPr>
          <a:lstStyle/>
          <a:p>
            <a:pPr algn="just"/>
            <a:r>
              <a:rPr lang="en-US" dirty="0"/>
              <a:t>Parts are built, layer-by-layer, by laminating each layer of paper </a:t>
            </a:r>
            <a:r>
              <a:rPr lang="en-US" dirty="0" smtClean="0"/>
              <a:t>or other </a:t>
            </a:r>
            <a:r>
              <a:rPr lang="en-US" dirty="0"/>
              <a:t>sheet-form materials and the contour of the part </a:t>
            </a:r>
            <a:r>
              <a:rPr lang="en-US" dirty="0" smtClean="0"/>
              <a:t>is </a:t>
            </a:r>
            <a:r>
              <a:rPr lang="en-US" dirty="0"/>
              <a:t>cut by a CO2 laser</a:t>
            </a:r>
            <a:r>
              <a:rPr lang="en-US" dirty="0" smtClean="0"/>
              <a:t>.</a:t>
            </a:r>
            <a:endParaRPr lang="en-US" dirty="0"/>
          </a:p>
          <a:p>
            <a:pPr algn="just"/>
            <a:r>
              <a:rPr lang="en-US" dirty="0" smtClean="0"/>
              <a:t>The </a:t>
            </a:r>
            <a:r>
              <a:rPr lang="en-US" dirty="0"/>
              <a:t>next layer is then laminated and </a:t>
            </a:r>
            <a:r>
              <a:rPr lang="en-US" dirty="0" smtClean="0"/>
              <a:t>built directly </a:t>
            </a:r>
            <a:r>
              <a:rPr lang="en-US" dirty="0"/>
              <a:t>on top of the laser-cut layer.</a:t>
            </a:r>
          </a:p>
          <a:p>
            <a:pPr algn="just"/>
            <a:r>
              <a:rPr lang="en-US" dirty="0" smtClean="0"/>
              <a:t>The </a:t>
            </a:r>
            <a:r>
              <a:rPr lang="en-US" dirty="0"/>
              <a:t>Z-control is activated by an elevation platform, which </a:t>
            </a:r>
            <a:r>
              <a:rPr lang="en-US" dirty="0" smtClean="0"/>
              <a:t>lowers when </a:t>
            </a:r>
            <a:r>
              <a:rPr lang="en-US" dirty="0"/>
              <a:t>each layer is completed, and the next layer is then </a:t>
            </a:r>
            <a:r>
              <a:rPr lang="en-US" dirty="0" smtClean="0"/>
              <a:t>laminated and </a:t>
            </a:r>
            <a:r>
              <a:rPr lang="en-US" dirty="0"/>
              <a:t>ready for cutting. </a:t>
            </a:r>
          </a:p>
          <a:p>
            <a:pPr algn="just"/>
            <a:r>
              <a:rPr lang="en-US" dirty="0" smtClean="0"/>
              <a:t>No </a:t>
            </a:r>
            <a:r>
              <a:rPr lang="en-US" dirty="0"/>
              <a:t>additional support structures are necessary as the “</a:t>
            </a:r>
            <a:r>
              <a:rPr lang="en-US" dirty="0" smtClean="0"/>
              <a:t>excess” material</a:t>
            </a:r>
            <a:r>
              <a:rPr lang="en-US" dirty="0"/>
              <a:t>, which are cross-hatched for later removal, act as </a:t>
            </a:r>
            <a:r>
              <a:rPr lang="en-US" dirty="0" smtClean="0"/>
              <a:t>the support</a:t>
            </a:r>
            <a:r>
              <a:rPr lang="en-US" dirty="0"/>
              <a:t>.</a:t>
            </a:r>
            <a:endParaRPr lang="en-IN" dirty="0"/>
          </a:p>
        </p:txBody>
      </p:sp>
      <p:sp>
        <p:nvSpPr>
          <p:cNvPr id="4" name="Footer Placeholder 3"/>
          <p:cNvSpPr>
            <a:spLocks noGrp="1"/>
          </p:cNvSpPr>
          <p:nvPr>
            <p:ph type="ftr" sz="quarter" idx="11"/>
          </p:nvPr>
        </p:nvSpPr>
        <p:spPr/>
        <p:txBody>
          <a:bodyPr/>
          <a:lstStyle/>
          <a:p>
            <a:r>
              <a:rPr lang="en-US" smtClean="0"/>
              <a:t>MEC135_Unit 5</a:t>
            </a:r>
            <a:endParaRPr lang="en-US"/>
          </a:p>
        </p:txBody>
      </p:sp>
      <p:sp>
        <p:nvSpPr>
          <p:cNvPr id="5" name="Slide Number Placeholder 4"/>
          <p:cNvSpPr>
            <a:spLocks noGrp="1"/>
          </p:cNvSpPr>
          <p:nvPr>
            <p:ph type="sldNum" sz="quarter" idx="12"/>
          </p:nvPr>
        </p:nvSpPr>
        <p:spPr/>
        <p:txBody>
          <a:bodyPr/>
          <a:lstStyle/>
          <a:p>
            <a:fld id="{642F018D-6242-4F8A-B408-2B825615E750}" type="slidenum">
              <a:rPr lang="en-US" smtClean="0"/>
              <a:t>28</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67199" y="4759187"/>
            <a:ext cx="4505325" cy="209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688568" y="6371847"/>
            <a:ext cx="6628738" cy="369332"/>
          </a:xfrm>
          <a:prstGeom prst="rect">
            <a:avLst/>
          </a:prstGeom>
        </p:spPr>
        <p:txBody>
          <a:bodyPr wrap="none">
            <a:spAutoFit/>
          </a:bodyPr>
          <a:lstStyle/>
          <a:p>
            <a:r>
              <a:rPr lang="en-IN" dirty="0" smtClean="0"/>
              <a:t>Video: https</a:t>
            </a:r>
            <a:r>
              <a:rPr lang="en-IN" dirty="0"/>
              <a:t>://www.youtube.com/watch?v=GUvnz0borAI</a:t>
            </a:r>
          </a:p>
        </p:txBody>
      </p:sp>
    </p:spTree>
    <p:extLst>
      <p:ext uri="{BB962C8B-B14F-4D97-AF65-F5344CB8AC3E}">
        <p14:creationId xmlns:p14="http://schemas.microsoft.com/office/powerpoint/2010/main" val="131617900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585238"/>
            <a:ext cx="9404723" cy="1400530"/>
          </a:xfrm>
        </p:spPr>
        <p:txBody>
          <a:bodyPr/>
          <a:lstStyle/>
          <a:p>
            <a:r>
              <a:rPr lang="en-US" sz="3600" dirty="0"/>
              <a:t>Fused Deposition Modeling (</a:t>
            </a:r>
            <a:r>
              <a:rPr lang="en-US" sz="3600" dirty="0" smtClean="0"/>
              <a:t>FDM)</a:t>
            </a:r>
            <a:endParaRPr lang="en-IN" sz="3600" dirty="0"/>
          </a:p>
        </p:txBody>
      </p:sp>
      <p:sp>
        <p:nvSpPr>
          <p:cNvPr id="3" name="Content Placeholder 2"/>
          <p:cNvSpPr>
            <a:spLocks noGrp="1"/>
          </p:cNvSpPr>
          <p:nvPr>
            <p:ph idx="1"/>
          </p:nvPr>
        </p:nvSpPr>
        <p:spPr>
          <a:xfrm>
            <a:off x="758756" y="1655353"/>
            <a:ext cx="8946541" cy="4195481"/>
          </a:xfrm>
        </p:spPr>
        <p:txBody>
          <a:bodyPr>
            <a:normAutofit/>
          </a:bodyPr>
          <a:lstStyle/>
          <a:p>
            <a:pPr algn="just"/>
            <a:r>
              <a:rPr lang="en-US" sz="2200" dirty="0"/>
              <a:t>The principle of the FDM is based on surface chemistry, </a:t>
            </a:r>
            <a:r>
              <a:rPr lang="en-US" sz="2200" dirty="0" smtClean="0"/>
              <a:t>thermal energy</a:t>
            </a:r>
            <a:r>
              <a:rPr lang="en-US" sz="2200" dirty="0"/>
              <a:t>, and layer manufacturing technology. </a:t>
            </a:r>
            <a:endParaRPr lang="en-US" sz="2200" dirty="0" smtClean="0"/>
          </a:p>
          <a:p>
            <a:pPr algn="just"/>
            <a:r>
              <a:rPr lang="en-US" sz="2200" dirty="0" smtClean="0"/>
              <a:t>The </a:t>
            </a:r>
            <a:r>
              <a:rPr lang="en-US" sz="2200" dirty="0"/>
              <a:t>material in </a:t>
            </a:r>
            <a:r>
              <a:rPr lang="en-US" sz="2200" dirty="0" smtClean="0"/>
              <a:t>filament(spool</a:t>
            </a:r>
            <a:r>
              <a:rPr lang="en-US" sz="2200" dirty="0"/>
              <a:t>) form is melted in a specially designed head, which </a:t>
            </a:r>
            <a:r>
              <a:rPr lang="en-US" sz="2200" dirty="0" smtClean="0"/>
              <a:t>extrudes on </a:t>
            </a:r>
            <a:r>
              <a:rPr lang="en-US" sz="2200" dirty="0"/>
              <a:t>the model. </a:t>
            </a:r>
            <a:endParaRPr lang="en-US" sz="2200" dirty="0" smtClean="0"/>
          </a:p>
          <a:p>
            <a:pPr algn="just"/>
            <a:r>
              <a:rPr lang="en-US" sz="2200" dirty="0" smtClean="0"/>
              <a:t>As </a:t>
            </a:r>
            <a:r>
              <a:rPr lang="en-US" sz="2200" dirty="0"/>
              <a:t>it is extruded, it is cooled and thus solidifies </a:t>
            </a:r>
            <a:r>
              <a:rPr lang="en-US" sz="2200" dirty="0" smtClean="0"/>
              <a:t>to form </a:t>
            </a:r>
            <a:r>
              <a:rPr lang="en-US" sz="2200" dirty="0"/>
              <a:t>the model. </a:t>
            </a:r>
            <a:endParaRPr lang="en-US" sz="2200" dirty="0" smtClean="0"/>
          </a:p>
          <a:p>
            <a:pPr algn="just"/>
            <a:r>
              <a:rPr lang="en-US" sz="2200" dirty="0" smtClean="0"/>
              <a:t>The </a:t>
            </a:r>
            <a:r>
              <a:rPr lang="en-US" sz="2200" dirty="0"/>
              <a:t>model is built layer by layer, like the other </a:t>
            </a:r>
            <a:r>
              <a:rPr lang="en-US" sz="2200" dirty="0" smtClean="0"/>
              <a:t>RP systems</a:t>
            </a:r>
            <a:r>
              <a:rPr lang="en-US" sz="2200" dirty="0"/>
              <a:t>. </a:t>
            </a:r>
            <a:endParaRPr lang="en-IN" sz="2200" dirty="0"/>
          </a:p>
        </p:txBody>
      </p:sp>
      <p:sp>
        <p:nvSpPr>
          <p:cNvPr id="4" name="Footer Placeholder 3"/>
          <p:cNvSpPr>
            <a:spLocks noGrp="1"/>
          </p:cNvSpPr>
          <p:nvPr>
            <p:ph type="ftr" sz="quarter" idx="11"/>
          </p:nvPr>
        </p:nvSpPr>
        <p:spPr/>
        <p:txBody>
          <a:bodyPr/>
          <a:lstStyle/>
          <a:p>
            <a:r>
              <a:rPr lang="en-US" smtClean="0"/>
              <a:t>MEC135_Unit 5</a:t>
            </a:r>
            <a:endParaRPr lang="en-US"/>
          </a:p>
        </p:txBody>
      </p:sp>
      <p:sp>
        <p:nvSpPr>
          <p:cNvPr id="5" name="Slide Number Placeholder 4"/>
          <p:cNvSpPr>
            <a:spLocks noGrp="1"/>
          </p:cNvSpPr>
          <p:nvPr>
            <p:ph type="sldNum" sz="quarter" idx="12"/>
          </p:nvPr>
        </p:nvSpPr>
        <p:spPr/>
        <p:txBody>
          <a:bodyPr/>
          <a:lstStyle/>
          <a:p>
            <a:fld id="{642F018D-6242-4F8A-B408-2B825615E750}" type="slidenum">
              <a:rPr lang="en-US" smtClean="0"/>
              <a:t>29</a:t>
            </a:fld>
            <a:endParaRPr lang="en-US"/>
          </a:p>
        </p:txBody>
      </p:sp>
    </p:spTree>
    <p:extLst>
      <p:ext uri="{BB962C8B-B14F-4D97-AF65-F5344CB8AC3E}">
        <p14:creationId xmlns:p14="http://schemas.microsoft.com/office/powerpoint/2010/main" val="129878002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558734"/>
            <a:ext cx="9404723" cy="1400530"/>
          </a:xfrm>
        </p:spPr>
        <p:txBody>
          <a:bodyPr/>
          <a:lstStyle/>
          <a:p>
            <a:r>
              <a:rPr lang="en-IN" sz="3600" dirty="0" smtClean="0"/>
              <a:t>Selective Laser Sintering (SLS)</a:t>
            </a:r>
            <a:endParaRPr lang="en-IN" sz="3600" dirty="0"/>
          </a:p>
        </p:txBody>
      </p:sp>
      <p:sp>
        <p:nvSpPr>
          <p:cNvPr id="3" name="Content Placeholder 2"/>
          <p:cNvSpPr>
            <a:spLocks noGrp="1"/>
          </p:cNvSpPr>
          <p:nvPr>
            <p:ph idx="1"/>
          </p:nvPr>
        </p:nvSpPr>
        <p:spPr/>
        <p:txBody>
          <a:bodyPr/>
          <a:lstStyle/>
          <a:p>
            <a:pPr algn="just"/>
            <a:r>
              <a:rPr lang="en-US" dirty="0"/>
              <a:t>A thin layer of heat-fusible powder is deposited onto </a:t>
            </a:r>
            <a:r>
              <a:rPr lang="en-US" dirty="0" smtClean="0"/>
              <a:t>the part building chamber</a:t>
            </a:r>
            <a:r>
              <a:rPr lang="en-US" dirty="0"/>
              <a:t>.</a:t>
            </a:r>
          </a:p>
          <a:p>
            <a:pPr algn="just"/>
            <a:r>
              <a:rPr lang="en-US" dirty="0" smtClean="0"/>
              <a:t>The </a:t>
            </a:r>
            <a:r>
              <a:rPr lang="en-US" dirty="0"/>
              <a:t>bottom-most cross-sectional slice of the CAD part </a:t>
            </a:r>
            <a:r>
              <a:rPr lang="en-US" dirty="0" smtClean="0"/>
              <a:t>under fabrication </a:t>
            </a:r>
            <a:r>
              <a:rPr lang="en-US" dirty="0"/>
              <a:t>is selectively “drawn” (or scanned) on the layer </a:t>
            </a:r>
            <a:r>
              <a:rPr lang="en-US" dirty="0" smtClean="0"/>
              <a:t>of powder </a:t>
            </a:r>
            <a:r>
              <a:rPr lang="en-US" dirty="0"/>
              <a:t>by a heat-generating CO2 laser. </a:t>
            </a:r>
            <a:endParaRPr lang="en-US" dirty="0" smtClean="0"/>
          </a:p>
          <a:p>
            <a:pPr algn="just"/>
            <a:r>
              <a:rPr lang="en-US" dirty="0" smtClean="0"/>
              <a:t>The </a:t>
            </a:r>
            <a:r>
              <a:rPr lang="en-US" dirty="0"/>
              <a:t>interaction of the </a:t>
            </a:r>
            <a:r>
              <a:rPr lang="en-US" dirty="0" smtClean="0"/>
              <a:t>laser beam </a:t>
            </a:r>
            <a:r>
              <a:rPr lang="en-US" dirty="0"/>
              <a:t>with the powder elevates the temperature to the point </a:t>
            </a:r>
            <a:r>
              <a:rPr lang="en-US" dirty="0" smtClean="0"/>
              <a:t>of melting</a:t>
            </a:r>
            <a:r>
              <a:rPr lang="en-US" dirty="0"/>
              <a:t>, fusing the powder particles to form a solid mass</a:t>
            </a:r>
            <a:r>
              <a:rPr lang="en-US" dirty="0" smtClean="0"/>
              <a:t>.</a:t>
            </a:r>
          </a:p>
          <a:p>
            <a:pPr algn="just"/>
            <a:r>
              <a:rPr lang="en-US" dirty="0"/>
              <a:t>When the cross-section is completely drawn, an additional layer </a:t>
            </a:r>
            <a:r>
              <a:rPr lang="en-US" dirty="0" smtClean="0"/>
              <a:t>of powder </a:t>
            </a:r>
            <a:r>
              <a:rPr lang="en-US" dirty="0"/>
              <a:t>is deposited via a roller mechanism on top of </a:t>
            </a:r>
            <a:r>
              <a:rPr lang="en-US" dirty="0" smtClean="0"/>
              <a:t>the previously </a:t>
            </a:r>
            <a:r>
              <a:rPr lang="en-US" dirty="0"/>
              <a:t>scanned layer. This prepares the next layer for scanning.</a:t>
            </a:r>
            <a:endParaRPr lang="en-IN" dirty="0"/>
          </a:p>
        </p:txBody>
      </p:sp>
      <p:sp>
        <p:nvSpPr>
          <p:cNvPr id="4" name="Footer Placeholder 3"/>
          <p:cNvSpPr>
            <a:spLocks noGrp="1"/>
          </p:cNvSpPr>
          <p:nvPr>
            <p:ph type="ftr" sz="quarter" idx="11"/>
          </p:nvPr>
        </p:nvSpPr>
        <p:spPr/>
        <p:txBody>
          <a:bodyPr/>
          <a:lstStyle/>
          <a:p>
            <a:r>
              <a:rPr lang="en-US" smtClean="0"/>
              <a:t>MEC135_Unit 5</a:t>
            </a:r>
            <a:endParaRPr lang="en-US"/>
          </a:p>
        </p:txBody>
      </p:sp>
      <p:sp>
        <p:nvSpPr>
          <p:cNvPr id="5" name="Slide Number Placeholder 4"/>
          <p:cNvSpPr>
            <a:spLocks noGrp="1"/>
          </p:cNvSpPr>
          <p:nvPr>
            <p:ph type="sldNum" sz="quarter" idx="12"/>
          </p:nvPr>
        </p:nvSpPr>
        <p:spPr/>
        <p:txBody>
          <a:bodyPr/>
          <a:lstStyle/>
          <a:p>
            <a:fld id="{642F018D-6242-4F8A-B408-2B825615E750}" type="slidenum">
              <a:rPr lang="en-US" smtClean="0"/>
              <a:t>30</a:t>
            </a:fld>
            <a:endParaRPr lang="en-US"/>
          </a:p>
        </p:txBody>
      </p:sp>
      <p:sp>
        <p:nvSpPr>
          <p:cNvPr id="6" name="Rectangle 5"/>
          <p:cNvSpPr/>
          <p:nvPr/>
        </p:nvSpPr>
        <p:spPr>
          <a:xfrm>
            <a:off x="1866991" y="6332090"/>
            <a:ext cx="6418745" cy="369332"/>
          </a:xfrm>
          <a:prstGeom prst="rect">
            <a:avLst/>
          </a:prstGeom>
        </p:spPr>
        <p:txBody>
          <a:bodyPr wrap="none">
            <a:spAutoFit/>
          </a:bodyPr>
          <a:lstStyle/>
          <a:p>
            <a:r>
              <a:rPr lang="en-IN" dirty="0" smtClean="0"/>
              <a:t>Video: https</a:t>
            </a:r>
            <a:r>
              <a:rPr lang="en-IN" dirty="0"/>
              <a:t>://www.youtube.com/watch?v=ruvRijM7f50</a:t>
            </a:r>
          </a:p>
        </p:txBody>
      </p:sp>
    </p:spTree>
    <p:extLst>
      <p:ext uri="{BB962C8B-B14F-4D97-AF65-F5344CB8AC3E}">
        <p14:creationId xmlns:p14="http://schemas.microsoft.com/office/powerpoint/2010/main" val="176524329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AFC33B8-E8FD-9070-33E9-BD61742B6573}"/>
              </a:ext>
            </a:extLst>
          </p:cNvPr>
          <p:cNvSpPr>
            <a:spLocks noGrp="1"/>
          </p:cNvSpPr>
          <p:nvPr>
            <p:ph idx="1"/>
          </p:nvPr>
        </p:nvSpPr>
        <p:spPr/>
        <p:txBody>
          <a:bodyPr>
            <a:normAutofit/>
          </a:bodyPr>
          <a:lstStyle/>
          <a:p>
            <a:pPr algn="ctr"/>
            <a:endParaRPr lang="en-US" sz="3200" dirty="0"/>
          </a:p>
          <a:p>
            <a:pPr marL="0" indent="0" algn="ctr">
              <a:buNone/>
            </a:pPr>
            <a:r>
              <a:rPr lang="en-US" sz="3200" dirty="0"/>
              <a:t>Thanks </a:t>
            </a:r>
          </a:p>
        </p:txBody>
      </p:sp>
      <p:sp>
        <p:nvSpPr>
          <p:cNvPr id="4" name="Footer Placeholder 3">
            <a:extLst>
              <a:ext uri="{FF2B5EF4-FFF2-40B4-BE49-F238E27FC236}">
                <a16:creationId xmlns:a16="http://schemas.microsoft.com/office/drawing/2014/main" xmlns="" id="{5CF2A5B6-3DC4-7B8F-3EA0-31D9CAA85A9C}"/>
              </a:ext>
            </a:extLst>
          </p:cNvPr>
          <p:cNvSpPr>
            <a:spLocks noGrp="1"/>
          </p:cNvSpPr>
          <p:nvPr>
            <p:ph type="ftr" sz="quarter" idx="11"/>
          </p:nvPr>
        </p:nvSpPr>
        <p:spPr/>
        <p:txBody>
          <a:bodyPr/>
          <a:lstStyle/>
          <a:p>
            <a:r>
              <a:rPr lang="en-US"/>
              <a:t>MEC135_Unit 5</a:t>
            </a:r>
          </a:p>
        </p:txBody>
      </p:sp>
      <p:sp>
        <p:nvSpPr>
          <p:cNvPr id="5" name="Slide Number Placeholder 4">
            <a:extLst>
              <a:ext uri="{FF2B5EF4-FFF2-40B4-BE49-F238E27FC236}">
                <a16:creationId xmlns:a16="http://schemas.microsoft.com/office/drawing/2014/main" xmlns="" id="{882CB464-F1C7-62B7-87B7-74FC8D9B072D}"/>
              </a:ext>
            </a:extLst>
          </p:cNvPr>
          <p:cNvSpPr>
            <a:spLocks noGrp="1"/>
          </p:cNvSpPr>
          <p:nvPr>
            <p:ph type="sldNum" sz="quarter" idx="12"/>
          </p:nvPr>
        </p:nvSpPr>
        <p:spPr/>
        <p:txBody>
          <a:bodyPr/>
          <a:lstStyle/>
          <a:p>
            <a:fld id="{642F018D-6242-4F8A-B408-2B825615E750}" type="slidenum">
              <a:rPr lang="en-US" smtClean="0"/>
              <a:t>31</a:t>
            </a:fld>
            <a:endParaRPr lang="en-US"/>
          </a:p>
        </p:txBody>
      </p:sp>
    </p:spTree>
    <p:extLst>
      <p:ext uri="{BB962C8B-B14F-4D97-AF65-F5344CB8AC3E}">
        <p14:creationId xmlns:p14="http://schemas.microsoft.com/office/powerpoint/2010/main" val="410087502"/>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xmlns=""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2833</TotalTime>
  <Words>1911</Words>
  <Application>Microsoft Office PowerPoint</Application>
  <PresentationFormat>Custom</PresentationFormat>
  <Paragraphs>213</Paragraphs>
  <Slides>31</Slides>
  <Notes>1</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Ion</vt:lpstr>
      <vt:lpstr>Unit 5 </vt:lpstr>
      <vt:lpstr>Content </vt:lpstr>
      <vt:lpstr>Digital Fabrication</vt:lpstr>
      <vt:lpstr>Video: What is digital manufacturing</vt:lpstr>
      <vt:lpstr>3D Printing </vt:lpstr>
      <vt:lpstr>Computer Science &amp; 3D Printing</vt:lpstr>
      <vt:lpstr>Top Companies using 3D Printing </vt:lpstr>
      <vt:lpstr>PowerPoint Presentation</vt:lpstr>
      <vt:lpstr>Adidas’ First Mass Market 3D-Printed Shoe </vt:lpstr>
      <vt:lpstr>How 3D Printing works? </vt:lpstr>
      <vt:lpstr>Digital Fabrication Process</vt:lpstr>
      <vt:lpstr>Need of digital manufacturing</vt:lpstr>
      <vt:lpstr>Prototype</vt:lpstr>
      <vt:lpstr>Types of Prototype</vt:lpstr>
      <vt:lpstr>Roles of the Prototypes</vt:lpstr>
      <vt:lpstr>Rapid Prototyping</vt:lpstr>
      <vt:lpstr>Historical development of Rapid Prototyping</vt:lpstr>
      <vt:lpstr>Phases of Rapid Prototyping</vt:lpstr>
      <vt:lpstr>Difference between geometric modeling and prototyping</vt:lpstr>
      <vt:lpstr>Fundamentals of Rapid Prototyping</vt:lpstr>
      <vt:lpstr>Fundamentals of Rapid Prototyping</vt:lpstr>
      <vt:lpstr>Advantages of Rapid Prototyping</vt:lpstr>
      <vt:lpstr>Advantages of Rapid Prototyping</vt:lpstr>
      <vt:lpstr>FUNDAMENTAL AUTOMATED PROCESSES</vt:lpstr>
      <vt:lpstr>RAPID PROTOTYPING PROCESS CHAIN</vt:lpstr>
      <vt:lpstr>CLASSIFICATION OF RAPID PROTOTYPING SYSTEMS</vt:lpstr>
      <vt:lpstr>Stereolithography Apparatus (SLA)</vt:lpstr>
      <vt:lpstr>Laminated Object Manufacturing (LOM)</vt:lpstr>
      <vt:lpstr>Fused Deposition Modeling (FDM)</vt:lpstr>
      <vt:lpstr>Selective Laser Sintering (SLS)</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5</dc:title>
  <dc:creator>miky D</dc:creator>
  <cp:lastModifiedBy>SONY</cp:lastModifiedBy>
  <cp:revision>75</cp:revision>
  <dcterms:created xsi:type="dcterms:W3CDTF">2023-03-27T09:03:14Z</dcterms:created>
  <dcterms:modified xsi:type="dcterms:W3CDTF">2023-11-29T06:24:05Z</dcterms:modified>
</cp:coreProperties>
</file>